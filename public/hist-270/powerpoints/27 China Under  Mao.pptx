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38"/>
  </p:notesMasterIdLst>
  <p:sldIdLst>
    <p:sldId id="256" r:id="rId2"/>
    <p:sldId id="265" r:id="rId3"/>
    <p:sldId id="266" r:id="rId4"/>
    <p:sldId id="267" r:id="rId5"/>
    <p:sldId id="268" r:id="rId6"/>
    <p:sldId id="269" r:id="rId7"/>
    <p:sldId id="271" r:id="rId8"/>
    <p:sldId id="272" r:id="rId9"/>
    <p:sldId id="273" r:id="rId10"/>
    <p:sldId id="274" r:id="rId11"/>
    <p:sldId id="275" r:id="rId12"/>
    <p:sldId id="276" r:id="rId13"/>
    <p:sldId id="277" r:id="rId14"/>
    <p:sldId id="278" r:id="rId15"/>
    <p:sldId id="279" r:id="rId16"/>
    <p:sldId id="284" r:id="rId17"/>
    <p:sldId id="285" r:id="rId18"/>
    <p:sldId id="286" r:id="rId19"/>
    <p:sldId id="287" r:id="rId20"/>
    <p:sldId id="280" r:id="rId21"/>
    <p:sldId id="281" r:id="rId22"/>
    <p:sldId id="288" r:id="rId23"/>
    <p:sldId id="260" r:id="rId24"/>
    <p:sldId id="289" r:id="rId25"/>
    <p:sldId id="290" r:id="rId26"/>
    <p:sldId id="257" r:id="rId27"/>
    <p:sldId id="258" r:id="rId28"/>
    <p:sldId id="259" r:id="rId29"/>
    <p:sldId id="262" r:id="rId30"/>
    <p:sldId id="283" r:id="rId31"/>
    <p:sldId id="292" r:id="rId32"/>
    <p:sldId id="293" r:id="rId33"/>
    <p:sldId id="294" r:id="rId34"/>
    <p:sldId id="295" r:id="rId35"/>
    <p:sldId id="296" r:id="rId36"/>
    <p:sldId id="264"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7405" autoAdjust="0"/>
  </p:normalViewPr>
  <p:slideViewPr>
    <p:cSldViewPr>
      <p:cViewPr varScale="1">
        <p:scale>
          <a:sx n="77" d="100"/>
          <a:sy n="77" d="100"/>
        </p:scale>
        <p:origin x="1878" y="84"/>
      </p:cViewPr>
      <p:guideLst>
        <p:guide orient="horz" pos="2160"/>
        <p:guide pos="384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9a24253a5e4fde46" providerId="LiveId" clId="{D982E3B6-8E34-4C15-A6EA-CEB452ECF6EA}"/>
    <pc:docChg chg="custSel addSld delSld modSld sldOrd modMainMaster">
      <pc:chgData name="" userId="9a24253a5e4fde46" providerId="LiveId" clId="{D982E3B6-8E34-4C15-A6EA-CEB452ECF6EA}" dt="2024-12-05T18:55:39.727" v="1267"/>
      <pc:docMkLst>
        <pc:docMk/>
      </pc:docMkLst>
      <pc:sldChg chg="modSp add del">
        <pc:chgData name="" userId="9a24253a5e4fde46" providerId="LiveId" clId="{D982E3B6-8E34-4C15-A6EA-CEB452ECF6EA}" dt="2024-12-05T18:39:38.699" v="804" actId="6549"/>
        <pc:sldMkLst>
          <pc:docMk/>
          <pc:sldMk cId="0" sldId="257"/>
        </pc:sldMkLst>
        <pc:spChg chg="mod">
          <ac:chgData name="" userId="9a24253a5e4fde46" providerId="LiveId" clId="{D982E3B6-8E34-4C15-A6EA-CEB452ECF6EA}" dt="2024-12-05T18:39:38.699" v="804" actId="6549"/>
          <ac:spMkLst>
            <pc:docMk/>
            <pc:sldMk cId="0" sldId="257"/>
            <ac:spMk id="3" creationId="{00000000-0000-0000-0000-000000000000}"/>
          </ac:spMkLst>
        </pc:spChg>
        <pc:spChg chg="mod">
          <ac:chgData name="" userId="9a24253a5e4fde46" providerId="LiveId" clId="{D982E3B6-8E34-4C15-A6EA-CEB452ECF6EA}" dt="2024-12-05T18:04:28.010" v="0"/>
          <ac:spMkLst>
            <pc:docMk/>
            <pc:sldMk cId="0" sldId="257"/>
            <ac:spMk id="17411" creationId="{00000000-0000-0000-0000-000000000000}"/>
          </ac:spMkLst>
        </pc:spChg>
      </pc:sldChg>
      <pc:sldChg chg="modSp add del">
        <pc:chgData name="" userId="9a24253a5e4fde46" providerId="LiveId" clId="{D982E3B6-8E34-4C15-A6EA-CEB452ECF6EA}" dt="2024-12-05T18:39:56.110" v="812" actId="6549"/>
        <pc:sldMkLst>
          <pc:docMk/>
          <pc:sldMk cId="0" sldId="258"/>
        </pc:sldMkLst>
        <pc:spChg chg="mod">
          <ac:chgData name="" userId="9a24253a5e4fde46" providerId="LiveId" clId="{D982E3B6-8E34-4C15-A6EA-CEB452ECF6EA}" dt="2024-12-05T18:39:56.110" v="812" actId="6549"/>
          <ac:spMkLst>
            <pc:docMk/>
            <pc:sldMk cId="0" sldId="258"/>
            <ac:spMk id="3" creationId="{00000000-0000-0000-0000-000000000000}"/>
          </ac:spMkLst>
        </pc:spChg>
        <pc:picChg chg="mod">
          <ac:chgData name="" userId="9a24253a5e4fde46" providerId="LiveId" clId="{D982E3B6-8E34-4C15-A6EA-CEB452ECF6EA}" dt="2024-12-05T18:04:28.010" v="0"/>
          <ac:picMkLst>
            <pc:docMk/>
            <pc:sldMk cId="0" sldId="258"/>
            <ac:picMk id="18435" creationId="{00000000-0000-0000-0000-000000000000}"/>
          </ac:picMkLst>
        </pc:picChg>
      </pc:sldChg>
      <pc:sldChg chg="modSp add">
        <pc:chgData name="" userId="9a24253a5e4fde46" providerId="LiveId" clId="{D982E3B6-8E34-4C15-A6EA-CEB452ECF6EA}" dt="2024-12-05T18:43:17.281" v="886" actId="15"/>
        <pc:sldMkLst>
          <pc:docMk/>
          <pc:sldMk cId="0" sldId="259"/>
        </pc:sldMkLst>
        <pc:spChg chg="mod">
          <ac:chgData name="" userId="9a24253a5e4fde46" providerId="LiveId" clId="{D982E3B6-8E34-4C15-A6EA-CEB452ECF6EA}" dt="2024-12-05T18:42:58.045" v="881" actId="20577"/>
          <ac:spMkLst>
            <pc:docMk/>
            <pc:sldMk cId="0" sldId="259"/>
            <ac:spMk id="2" creationId="{00000000-0000-0000-0000-000000000000}"/>
          </ac:spMkLst>
        </pc:spChg>
        <pc:spChg chg="mod">
          <ac:chgData name="" userId="9a24253a5e4fde46" providerId="LiveId" clId="{D982E3B6-8E34-4C15-A6EA-CEB452ECF6EA}" dt="2024-12-05T18:43:17.281" v="886" actId="15"/>
          <ac:spMkLst>
            <pc:docMk/>
            <pc:sldMk cId="0" sldId="259"/>
            <ac:spMk id="3" creationId="{00000000-0000-0000-0000-000000000000}"/>
          </ac:spMkLst>
        </pc:spChg>
      </pc:sldChg>
      <pc:sldChg chg="addSp delSp modSp modNotesTx">
        <pc:chgData name="" userId="9a24253a5e4fde46" providerId="LiveId" clId="{D982E3B6-8E34-4C15-A6EA-CEB452ECF6EA}" dt="2024-12-05T18:29:01.432" v="253" actId="15"/>
        <pc:sldMkLst>
          <pc:docMk/>
          <pc:sldMk cId="0" sldId="260"/>
        </pc:sldMkLst>
        <pc:spChg chg="add del mod">
          <ac:chgData name="" userId="9a24253a5e4fde46" providerId="LiveId" clId="{D982E3B6-8E34-4C15-A6EA-CEB452ECF6EA}" dt="2024-12-05T18:27:36.912" v="226"/>
          <ac:spMkLst>
            <pc:docMk/>
            <pc:sldMk cId="0" sldId="260"/>
            <ac:spMk id="2" creationId="{F163BCF8-D1FC-4380-B282-699187FA7196}"/>
          </ac:spMkLst>
        </pc:spChg>
        <pc:spChg chg="add del mod">
          <ac:chgData name="" userId="9a24253a5e4fde46" providerId="LiveId" clId="{D982E3B6-8E34-4C15-A6EA-CEB452ECF6EA}" dt="2024-12-05T18:27:57.613" v="234"/>
          <ac:spMkLst>
            <pc:docMk/>
            <pc:sldMk cId="0" sldId="260"/>
            <ac:spMk id="3" creationId="{99DFFEE6-28C7-45E3-8B27-18F9F9B0E7FF}"/>
          </ac:spMkLst>
        </pc:spChg>
        <pc:spChg chg="mod">
          <ac:chgData name="" userId="9a24253a5e4fde46" providerId="LiveId" clId="{D982E3B6-8E34-4C15-A6EA-CEB452ECF6EA}" dt="2024-12-05T18:26:33.847" v="217" actId="20577"/>
          <ac:spMkLst>
            <pc:docMk/>
            <pc:sldMk cId="0" sldId="260"/>
            <ac:spMk id="22530" creationId="{00000000-0000-0000-0000-000000000000}"/>
          </ac:spMkLst>
        </pc:spChg>
        <pc:spChg chg="add del mod">
          <ac:chgData name="" userId="9a24253a5e4fde46" providerId="LiveId" clId="{D982E3B6-8E34-4C15-A6EA-CEB452ECF6EA}" dt="2024-12-05T18:29:01.432" v="253" actId="15"/>
          <ac:spMkLst>
            <pc:docMk/>
            <pc:sldMk cId="0" sldId="260"/>
            <ac:spMk id="22531" creationId="{00000000-0000-0000-0000-000000000000}"/>
          </ac:spMkLst>
        </pc:spChg>
      </pc:sldChg>
      <pc:sldChg chg="add del">
        <pc:chgData name="" userId="9a24253a5e4fde46" providerId="LiveId" clId="{D982E3B6-8E34-4C15-A6EA-CEB452ECF6EA}" dt="2024-12-05T18:49:03.128" v="969" actId="2696"/>
        <pc:sldMkLst>
          <pc:docMk/>
          <pc:sldMk cId="0" sldId="261"/>
        </pc:sldMkLst>
      </pc:sldChg>
      <pc:sldChg chg="modSp">
        <pc:chgData name="" userId="9a24253a5e4fde46" providerId="LiveId" clId="{D982E3B6-8E34-4C15-A6EA-CEB452ECF6EA}" dt="2024-12-05T18:43:37.386" v="890" actId="403"/>
        <pc:sldMkLst>
          <pc:docMk/>
          <pc:sldMk cId="0" sldId="262"/>
        </pc:sldMkLst>
        <pc:spChg chg="mod">
          <ac:chgData name="" userId="9a24253a5e4fde46" providerId="LiveId" clId="{D982E3B6-8E34-4C15-A6EA-CEB452ECF6EA}" dt="2024-12-05T18:43:37.386" v="890" actId="403"/>
          <ac:spMkLst>
            <pc:docMk/>
            <pc:sldMk cId="0" sldId="262"/>
            <ac:spMk id="24579" creationId="{00000000-0000-0000-0000-000000000000}"/>
          </ac:spMkLst>
        </pc:spChg>
      </pc:sldChg>
      <pc:sldChg chg="del modTransition">
        <pc:chgData name="" userId="9a24253a5e4fde46" providerId="LiveId" clId="{D982E3B6-8E34-4C15-A6EA-CEB452ECF6EA}" dt="2024-12-05T18:47:59.342" v="935" actId="2696"/>
        <pc:sldMkLst>
          <pc:docMk/>
          <pc:sldMk cId="0" sldId="263"/>
        </pc:sldMkLst>
      </pc:sldChg>
      <pc:sldChg chg="addSp delSp modSp">
        <pc:chgData name="" userId="9a24253a5e4fde46" providerId="LiveId" clId="{D982E3B6-8E34-4C15-A6EA-CEB452ECF6EA}" dt="2024-12-05T18:55:14.774" v="1266" actId="27636"/>
        <pc:sldMkLst>
          <pc:docMk/>
          <pc:sldMk cId="0" sldId="264"/>
        </pc:sldMkLst>
        <pc:spChg chg="add del">
          <ac:chgData name="" userId="9a24253a5e4fde46" providerId="LiveId" clId="{D982E3B6-8E34-4C15-A6EA-CEB452ECF6EA}" dt="2024-12-05T18:52:59.876" v="1048"/>
          <ac:spMkLst>
            <pc:docMk/>
            <pc:sldMk cId="0" sldId="264"/>
            <ac:spMk id="2" creationId="{03427D83-AF79-4B19-A588-DC2FEF458F5E}"/>
          </ac:spMkLst>
        </pc:spChg>
        <pc:spChg chg="mod">
          <ac:chgData name="" userId="9a24253a5e4fde46" providerId="LiveId" clId="{D982E3B6-8E34-4C15-A6EA-CEB452ECF6EA}" dt="2024-12-05T18:55:14.774" v="1266" actId="27636"/>
          <ac:spMkLst>
            <pc:docMk/>
            <pc:sldMk cId="0" sldId="264"/>
            <ac:spMk id="26627" creationId="{00000000-0000-0000-0000-000000000000}"/>
          </ac:spMkLst>
        </pc:spChg>
      </pc:sldChg>
      <pc:sldChg chg="modSp">
        <pc:chgData name="" userId="9a24253a5e4fde46" providerId="LiveId" clId="{D982E3B6-8E34-4C15-A6EA-CEB452ECF6EA}" dt="2024-12-05T18:04:28.010" v="0"/>
        <pc:sldMkLst>
          <pc:docMk/>
          <pc:sldMk cId="0" sldId="265"/>
        </pc:sldMkLst>
        <pc:spChg chg="mod">
          <ac:chgData name="" userId="9a24253a5e4fde46" providerId="LiveId" clId="{D982E3B6-8E34-4C15-A6EA-CEB452ECF6EA}" dt="2024-12-05T18:04:28.010" v="0"/>
          <ac:spMkLst>
            <pc:docMk/>
            <pc:sldMk cId="0" sldId="265"/>
            <ac:spMk id="3075" creationId="{00000000-0000-0000-0000-000000000000}"/>
          </ac:spMkLst>
        </pc:spChg>
      </pc:sldChg>
      <pc:sldChg chg="modSp">
        <pc:chgData name="" userId="9a24253a5e4fde46" providerId="LiveId" clId="{D982E3B6-8E34-4C15-A6EA-CEB452ECF6EA}" dt="2024-12-05T18:04:28.010" v="0"/>
        <pc:sldMkLst>
          <pc:docMk/>
          <pc:sldMk cId="0" sldId="267"/>
        </pc:sldMkLst>
        <pc:spChg chg="mod">
          <ac:chgData name="" userId="9a24253a5e4fde46" providerId="LiveId" clId="{D982E3B6-8E34-4C15-A6EA-CEB452ECF6EA}" dt="2024-12-05T18:04:28.010" v="0"/>
          <ac:spMkLst>
            <pc:docMk/>
            <pc:sldMk cId="0" sldId="267"/>
            <ac:spMk id="5123" creationId="{00000000-0000-0000-0000-000000000000}"/>
          </ac:spMkLst>
        </pc:spChg>
      </pc:sldChg>
      <pc:sldChg chg="modSp">
        <pc:chgData name="" userId="9a24253a5e4fde46" providerId="LiveId" clId="{D982E3B6-8E34-4C15-A6EA-CEB452ECF6EA}" dt="2024-12-05T18:04:28.010" v="0"/>
        <pc:sldMkLst>
          <pc:docMk/>
          <pc:sldMk cId="0" sldId="268"/>
        </pc:sldMkLst>
        <pc:spChg chg="mod">
          <ac:chgData name="" userId="9a24253a5e4fde46" providerId="LiveId" clId="{D982E3B6-8E34-4C15-A6EA-CEB452ECF6EA}" dt="2024-12-05T18:04:28.010" v="0"/>
          <ac:spMkLst>
            <pc:docMk/>
            <pc:sldMk cId="0" sldId="268"/>
            <ac:spMk id="6147" creationId="{00000000-0000-0000-0000-000000000000}"/>
          </ac:spMkLst>
        </pc:spChg>
      </pc:sldChg>
      <pc:sldChg chg="modSp">
        <pc:chgData name="" userId="9a24253a5e4fde46" providerId="LiveId" clId="{D982E3B6-8E34-4C15-A6EA-CEB452ECF6EA}" dt="2024-12-05T18:04:28.010" v="0"/>
        <pc:sldMkLst>
          <pc:docMk/>
          <pc:sldMk cId="0" sldId="272"/>
        </pc:sldMkLst>
        <pc:spChg chg="mod">
          <ac:chgData name="" userId="9a24253a5e4fde46" providerId="LiveId" clId="{D982E3B6-8E34-4C15-A6EA-CEB452ECF6EA}" dt="2024-12-05T18:04:28.010" v="0"/>
          <ac:spMkLst>
            <pc:docMk/>
            <pc:sldMk cId="0" sldId="272"/>
            <ac:spMk id="9218" creationId="{00000000-0000-0000-0000-000000000000}"/>
          </ac:spMkLst>
        </pc:spChg>
        <pc:spChg chg="mod">
          <ac:chgData name="" userId="9a24253a5e4fde46" providerId="LiveId" clId="{D982E3B6-8E34-4C15-A6EA-CEB452ECF6EA}" dt="2024-12-05T18:04:28.010" v="0"/>
          <ac:spMkLst>
            <pc:docMk/>
            <pc:sldMk cId="0" sldId="272"/>
            <ac:spMk id="9219" creationId="{00000000-0000-0000-0000-000000000000}"/>
          </ac:spMkLst>
        </pc:spChg>
      </pc:sldChg>
      <pc:sldChg chg="modSp">
        <pc:chgData name="" userId="9a24253a5e4fde46" providerId="LiveId" clId="{D982E3B6-8E34-4C15-A6EA-CEB452ECF6EA}" dt="2024-12-05T18:04:28.010" v="0"/>
        <pc:sldMkLst>
          <pc:docMk/>
          <pc:sldMk cId="0" sldId="273"/>
        </pc:sldMkLst>
        <pc:spChg chg="mod">
          <ac:chgData name="" userId="9a24253a5e4fde46" providerId="LiveId" clId="{D982E3B6-8E34-4C15-A6EA-CEB452ECF6EA}" dt="2024-12-05T18:04:28.010" v="0"/>
          <ac:spMkLst>
            <pc:docMk/>
            <pc:sldMk cId="0" sldId="273"/>
            <ac:spMk id="10242" creationId="{00000000-0000-0000-0000-000000000000}"/>
          </ac:spMkLst>
        </pc:spChg>
        <pc:spChg chg="mod">
          <ac:chgData name="" userId="9a24253a5e4fde46" providerId="LiveId" clId="{D982E3B6-8E34-4C15-A6EA-CEB452ECF6EA}" dt="2024-12-05T18:04:28.010" v="0"/>
          <ac:spMkLst>
            <pc:docMk/>
            <pc:sldMk cId="0" sldId="273"/>
            <ac:spMk id="10243" creationId="{00000000-0000-0000-0000-000000000000}"/>
          </ac:spMkLst>
        </pc:spChg>
      </pc:sldChg>
      <pc:sldChg chg="modSp">
        <pc:chgData name="" userId="9a24253a5e4fde46" providerId="LiveId" clId="{D982E3B6-8E34-4C15-A6EA-CEB452ECF6EA}" dt="2024-12-05T18:04:28.010" v="0"/>
        <pc:sldMkLst>
          <pc:docMk/>
          <pc:sldMk cId="0" sldId="274"/>
        </pc:sldMkLst>
        <pc:spChg chg="mod">
          <ac:chgData name="" userId="9a24253a5e4fde46" providerId="LiveId" clId="{D982E3B6-8E34-4C15-A6EA-CEB452ECF6EA}" dt="2024-12-05T18:04:28.010" v="0"/>
          <ac:spMkLst>
            <pc:docMk/>
            <pc:sldMk cId="0" sldId="274"/>
            <ac:spMk id="11266" creationId="{00000000-0000-0000-0000-000000000000}"/>
          </ac:spMkLst>
        </pc:spChg>
        <pc:spChg chg="mod">
          <ac:chgData name="" userId="9a24253a5e4fde46" providerId="LiveId" clId="{D982E3B6-8E34-4C15-A6EA-CEB452ECF6EA}" dt="2024-12-05T18:04:28.010" v="0"/>
          <ac:spMkLst>
            <pc:docMk/>
            <pc:sldMk cId="0" sldId="274"/>
            <ac:spMk id="11267" creationId="{00000000-0000-0000-0000-000000000000}"/>
          </ac:spMkLst>
        </pc:spChg>
      </pc:sldChg>
      <pc:sldChg chg="modSp">
        <pc:chgData name="" userId="9a24253a5e4fde46" providerId="LiveId" clId="{D982E3B6-8E34-4C15-A6EA-CEB452ECF6EA}" dt="2024-12-05T18:04:53.765" v="6" actId="1076"/>
        <pc:sldMkLst>
          <pc:docMk/>
          <pc:sldMk cId="0" sldId="275"/>
        </pc:sldMkLst>
        <pc:spChg chg="mod">
          <ac:chgData name="" userId="9a24253a5e4fde46" providerId="LiveId" clId="{D982E3B6-8E34-4C15-A6EA-CEB452ECF6EA}" dt="2024-12-05T18:04:50.324" v="5" actId="1076"/>
          <ac:spMkLst>
            <pc:docMk/>
            <pc:sldMk cId="0" sldId="275"/>
            <ac:spMk id="12290" creationId="{00000000-0000-0000-0000-000000000000}"/>
          </ac:spMkLst>
        </pc:spChg>
        <pc:spChg chg="mod">
          <ac:chgData name="" userId="9a24253a5e4fde46" providerId="LiveId" clId="{D982E3B6-8E34-4C15-A6EA-CEB452ECF6EA}" dt="2024-12-05T18:04:53.765" v="6" actId="1076"/>
          <ac:spMkLst>
            <pc:docMk/>
            <pc:sldMk cId="0" sldId="275"/>
            <ac:spMk id="12291" creationId="{00000000-0000-0000-0000-000000000000}"/>
          </ac:spMkLst>
        </pc:spChg>
      </pc:sldChg>
      <pc:sldChg chg="modSp">
        <pc:chgData name="" userId="9a24253a5e4fde46" providerId="LiveId" clId="{D982E3B6-8E34-4C15-A6EA-CEB452ECF6EA}" dt="2024-12-05T18:04:28.010" v="0"/>
        <pc:sldMkLst>
          <pc:docMk/>
          <pc:sldMk cId="0" sldId="276"/>
        </pc:sldMkLst>
        <pc:spChg chg="mod">
          <ac:chgData name="" userId="9a24253a5e4fde46" providerId="LiveId" clId="{D982E3B6-8E34-4C15-A6EA-CEB452ECF6EA}" dt="2024-12-05T18:04:28.010" v="0"/>
          <ac:spMkLst>
            <pc:docMk/>
            <pc:sldMk cId="0" sldId="276"/>
            <ac:spMk id="13315" creationId="{00000000-0000-0000-0000-000000000000}"/>
          </ac:spMkLst>
        </pc:spChg>
      </pc:sldChg>
      <pc:sldChg chg="modSp">
        <pc:chgData name="" userId="9a24253a5e4fde46" providerId="LiveId" clId="{D982E3B6-8E34-4C15-A6EA-CEB452ECF6EA}" dt="2024-12-05T18:20:46.083" v="157" actId="20577"/>
        <pc:sldMkLst>
          <pc:docMk/>
          <pc:sldMk cId="0" sldId="280"/>
        </pc:sldMkLst>
        <pc:spChg chg="mod">
          <ac:chgData name="" userId="9a24253a5e4fde46" providerId="LiveId" clId="{D982E3B6-8E34-4C15-A6EA-CEB452ECF6EA}" dt="2024-12-05T18:20:46.083" v="157" actId="20577"/>
          <ac:spMkLst>
            <pc:docMk/>
            <pc:sldMk cId="0" sldId="280"/>
            <ac:spMk id="19459" creationId="{00000000-0000-0000-0000-000000000000}"/>
          </ac:spMkLst>
        </pc:spChg>
      </pc:sldChg>
      <pc:sldChg chg="modSp">
        <pc:chgData name="" userId="9a24253a5e4fde46" providerId="LiveId" clId="{D982E3B6-8E34-4C15-A6EA-CEB452ECF6EA}" dt="2024-12-05T18:21:44.598" v="163" actId="20577"/>
        <pc:sldMkLst>
          <pc:docMk/>
          <pc:sldMk cId="0" sldId="281"/>
        </pc:sldMkLst>
        <pc:spChg chg="mod">
          <ac:chgData name="" userId="9a24253a5e4fde46" providerId="LiveId" clId="{D982E3B6-8E34-4C15-A6EA-CEB452ECF6EA}" dt="2024-12-05T18:21:44.598" v="163" actId="20577"/>
          <ac:spMkLst>
            <pc:docMk/>
            <pc:sldMk cId="0" sldId="281"/>
            <ac:spMk id="20483" creationId="{00000000-0000-0000-0000-000000000000}"/>
          </ac:spMkLst>
        </pc:spChg>
      </pc:sldChg>
      <pc:sldChg chg="del">
        <pc:chgData name="" userId="9a24253a5e4fde46" providerId="LiveId" clId="{D982E3B6-8E34-4C15-A6EA-CEB452ECF6EA}" dt="2024-12-05T18:21:50.975" v="164" actId="2696"/>
        <pc:sldMkLst>
          <pc:docMk/>
          <pc:sldMk cId="0" sldId="282"/>
        </pc:sldMkLst>
      </pc:sldChg>
      <pc:sldChg chg="modSp">
        <pc:chgData name="" userId="9a24253a5e4fde46" providerId="LiveId" clId="{D982E3B6-8E34-4C15-A6EA-CEB452ECF6EA}" dt="2024-12-05T18:43:49.255" v="894" actId="403"/>
        <pc:sldMkLst>
          <pc:docMk/>
          <pc:sldMk cId="3228159531" sldId="283"/>
        </pc:sldMkLst>
        <pc:spChg chg="mod">
          <ac:chgData name="" userId="9a24253a5e4fde46" providerId="LiveId" clId="{D982E3B6-8E34-4C15-A6EA-CEB452ECF6EA}" dt="2024-12-05T18:43:49.255" v="894" actId="403"/>
          <ac:spMkLst>
            <pc:docMk/>
            <pc:sldMk cId="3228159531" sldId="283"/>
            <ac:spMk id="24579" creationId="{00000000-0000-0000-0000-000000000000}"/>
          </ac:spMkLst>
        </pc:spChg>
      </pc:sldChg>
      <pc:sldChg chg="modSp add">
        <pc:chgData name="" userId="9a24253a5e4fde46" providerId="LiveId" clId="{D982E3B6-8E34-4C15-A6EA-CEB452ECF6EA}" dt="2024-12-05T18:13:12.768" v="112" actId="14100"/>
        <pc:sldMkLst>
          <pc:docMk/>
          <pc:sldMk cId="56144629" sldId="284"/>
        </pc:sldMkLst>
        <pc:spChg chg="mod">
          <ac:chgData name="" userId="9a24253a5e4fde46" providerId="LiveId" clId="{D982E3B6-8E34-4C15-A6EA-CEB452ECF6EA}" dt="2024-12-05T18:11:18.421" v="45" actId="313"/>
          <ac:spMkLst>
            <pc:docMk/>
            <pc:sldMk cId="56144629" sldId="284"/>
            <ac:spMk id="2" creationId="{EE15630A-3676-46E6-974D-F18B6611F3EE}"/>
          </ac:spMkLst>
        </pc:spChg>
        <pc:spChg chg="mod">
          <ac:chgData name="" userId="9a24253a5e4fde46" providerId="LiveId" clId="{D982E3B6-8E34-4C15-A6EA-CEB452ECF6EA}" dt="2024-12-05T18:13:12.768" v="112" actId="14100"/>
          <ac:spMkLst>
            <pc:docMk/>
            <pc:sldMk cId="56144629" sldId="284"/>
            <ac:spMk id="3" creationId="{9C77EED6-67D6-4490-B470-3DC07154AEBF}"/>
          </ac:spMkLst>
        </pc:spChg>
      </pc:sldChg>
      <pc:sldChg chg="addSp modSp add">
        <pc:chgData name="" userId="9a24253a5e4fde46" providerId="LiveId" clId="{D982E3B6-8E34-4C15-A6EA-CEB452ECF6EA}" dt="2024-12-05T18:16:13.738" v="117" actId="1076"/>
        <pc:sldMkLst>
          <pc:docMk/>
          <pc:sldMk cId="1812859318" sldId="285"/>
        </pc:sldMkLst>
        <pc:picChg chg="add mod">
          <ac:chgData name="" userId="9a24253a5e4fde46" providerId="LiveId" clId="{D982E3B6-8E34-4C15-A6EA-CEB452ECF6EA}" dt="2024-12-05T18:16:13.738" v="117" actId="1076"/>
          <ac:picMkLst>
            <pc:docMk/>
            <pc:sldMk cId="1812859318" sldId="285"/>
            <ac:picMk id="1026" creationId="{A40BB9ED-CD0D-4007-AC1E-C88FFE5E4F48}"/>
          </ac:picMkLst>
        </pc:picChg>
      </pc:sldChg>
      <pc:sldChg chg="addSp delSp modSp add">
        <pc:chgData name="" userId="9a24253a5e4fde46" providerId="LiveId" clId="{D982E3B6-8E34-4C15-A6EA-CEB452ECF6EA}" dt="2024-12-05T18:19:41.860" v="149" actId="113"/>
        <pc:sldMkLst>
          <pc:docMk/>
          <pc:sldMk cId="3918042582" sldId="286"/>
        </pc:sldMkLst>
        <pc:spChg chg="mod">
          <ac:chgData name="" userId="9a24253a5e4fde46" providerId="LiveId" clId="{D982E3B6-8E34-4C15-A6EA-CEB452ECF6EA}" dt="2024-12-05T18:17:16.010" v="125"/>
          <ac:spMkLst>
            <pc:docMk/>
            <pc:sldMk cId="3918042582" sldId="286"/>
            <ac:spMk id="2" creationId="{986E6062-A96D-4766-AA02-07EF249B1B14}"/>
          </ac:spMkLst>
        </pc:spChg>
        <pc:spChg chg="mod">
          <ac:chgData name="" userId="9a24253a5e4fde46" providerId="LiveId" clId="{D982E3B6-8E34-4C15-A6EA-CEB452ECF6EA}" dt="2024-12-05T18:19:41.860" v="149" actId="113"/>
          <ac:spMkLst>
            <pc:docMk/>
            <pc:sldMk cId="3918042582" sldId="286"/>
            <ac:spMk id="3" creationId="{A2F2D24D-A5C6-4B5B-98DB-D81103352170}"/>
          </ac:spMkLst>
        </pc:spChg>
        <pc:spChg chg="add del">
          <ac:chgData name="" userId="9a24253a5e4fde46" providerId="LiveId" clId="{D982E3B6-8E34-4C15-A6EA-CEB452ECF6EA}" dt="2024-12-05T18:18:29.302" v="134"/>
          <ac:spMkLst>
            <pc:docMk/>
            <pc:sldMk cId="3918042582" sldId="286"/>
            <ac:spMk id="4" creationId="{108004AE-C83F-4673-A6D3-944A800208F8}"/>
          </ac:spMkLst>
        </pc:spChg>
        <pc:spChg chg="add del">
          <ac:chgData name="" userId="9a24253a5e4fde46" providerId="LiveId" clId="{D982E3B6-8E34-4C15-A6EA-CEB452ECF6EA}" dt="2024-12-05T18:18:36.644" v="136"/>
          <ac:spMkLst>
            <pc:docMk/>
            <pc:sldMk cId="3918042582" sldId="286"/>
            <ac:spMk id="5" creationId="{E8EC55F7-058B-461B-A5A6-D6696EC3EDB0}"/>
          </ac:spMkLst>
        </pc:spChg>
        <pc:spChg chg="add del">
          <ac:chgData name="" userId="9a24253a5e4fde46" providerId="LiveId" clId="{D982E3B6-8E34-4C15-A6EA-CEB452ECF6EA}" dt="2024-12-05T18:18:55.572" v="138"/>
          <ac:spMkLst>
            <pc:docMk/>
            <pc:sldMk cId="3918042582" sldId="286"/>
            <ac:spMk id="6" creationId="{90AA63D0-0C42-46D9-929A-C8305432CBBA}"/>
          </ac:spMkLst>
        </pc:spChg>
      </pc:sldChg>
      <pc:sldChg chg="modSp add">
        <pc:chgData name="" userId="9a24253a5e4fde46" providerId="LiveId" clId="{D982E3B6-8E34-4C15-A6EA-CEB452ECF6EA}" dt="2024-12-05T18:20:20.196" v="155" actId="20577"/>
        <pc:sldMkLst>
          <pc:docMk/>
          <pc:sldMk cId="2452076209" sldId="287"/>
        </pc:sldMkLst>
        <pc:spChg chg="mod">
          <ac:chgData name="" userId="9a24253a5e4fde46" providerId="LiveId" clId="{D982E3B6-8E34-4C15-A6EA-CEB452ECF6EA}" dt="2024-12-05T18:19:53.859" v="151"/>
          <ac:spMkLst>
            <pc:docMk/>
            <pc:sldMk cId="2452076209" sldId="287"/>
            <ac:spMk id="2" creationId="{3D5AD9B6-F90D-4DC4-9395-E7BC7F313FF5}"/>
          </ac:spMkLst>
        </pc:spChg>
        <pc:spChg chg="mod">
          <ac:chgData name="" userId="9a24253a5e4fde46" providerId="LiveId" clId="{D982E3B6-8E34-4C15-A6EA-CEB452ECF6EA}" dt="2024-12-05T18:20:20.196" v="155" actId="20577"/>
          <ac:spMkLst>
            <pc:docMk/>
            <pc:sldMk cId="2452076209" sldId="287"/>
            <ac:spMk id="3" creationId="{53DE0C57-AE75-450C-965A-3E0F6706279B}"/>
          </ac:spMkLst>
        </pc:spChg>
      </pc:sldChg>
      <pc:sldChg chg="addSp delSp modSp add ord">
        <pc:chgData name="" userId="9a24253a5e4fde46" providerId="LiveId" clId="{D982E3B6-8E34-4C15-A6EA-CEB452ECF6EA}" dt="2024-12-05T18:31:16.967" v="256"/>
        <pc:sldMkLst>
          <pc:docMk/>
          <pc:sldMk cId="254077423" sldId="288"/>
        </pc:sldMkLst>
        <pc:spChg chg="add del mod">
          <ac:chgData name="" userId="9a24253a5e4fde46" providerId="LiveId" clId="{D982E3B6-8E34-4C15-A6EA-CEB452ECF6EA}" dt="2024-12-05T18:27:30.753" v="224"/>
          <ac:spMkLst>
            <pc:docMk/>
            <pc:sldMk cId="254077423" sldId="288"/>
            <ac:spMk id="2" creationId="{289C34EC-96A1-43AD-AAEA-198E2A065EEA}"/>
          </ac:spMkLst>
        </pc:spChg>
        <pc:spChg chg="add del mod">
          <ac:chgData name="" userId="9a24253a5e4fde46" providerId="LiveId" clId="{D982E3B6-8E34-4C15-A6EA-CEB452ECF6EA}" dt="2024-12-05T18:31:16.967" v="256"/>
          <ac:spMkLst>
            <pc:docMk/>
            <pc:sldMk cId="254077423" sldId="288"/>
            <ac:spMk id="22531" creationId="{00000000-0000-0000-0000-000000000000}"/>
          </ac:spMkLst>
        </pc:spChg>
      </pc:sldChg>
      <pc:sldChg chg="modSp add">
        <pc:chgData name="" userId="9a24253a5e4fde46" providerId="LiveId" clId="{D982E3B6-8E34-4C15-A6EA-CEB452ECF6EA}" dt="2024-12-05T18:34:59.786" v="782" actId="20577"/>
        <pc:sldMkLst>
          <pc:docMk/>
          <pc:sldMk cId="1053298211" sldId="289"/>
        </pc:sldMkLst>
        <pc:spChg chg="mod">
          <ac:chgData name="" userId="9a24253a5e4fde46" providerId="LiveId" clId="{D982E3B6-8E34-4C15-A6EA-CEB452ECF6EA}" dt="2024-12-05T18:31:50.873" v="301" actId="20577"/>
          <ac:spMkLst>
            <pc:docMk/>
            <pc:sldMk cId="1053298211" sldId="289"/>
            <ac:spMk id="2" creationId="{7C0D15BE-D5B3-46B3-A4A6-0C24C157DC24}"/>
          </ac:spMkLst>
        </pc:spChg>
        <pc:spChg chg="mod">
          <ac:chgData name="" userId="9a24253a5e4fde46" providerId="LiveId" clId="{D982E3B6-8E34-4C15-A6EA-CEB452ECF6EA}" dt="2024-12-05T18:34:59.786" v="782" actId="20577"/>
          <ac:spMkLst>
            <pc:docMk/>
            <pc:sldMk cId="1053298211" sldId="289"/>
            <ac:spMk id="3" creationId="{0D25B44B-2AC3-48D2-A030-A51993800262}"/>
          </ac:spMkLst>
        </pc:spChg>
      </pc:sldChg>
      <pc:sldChg chg="add modTransition">
        <pc:chgData name="" userId="9a24253a5e4fde46" providerId="LiveId" clId="{D982E3B6-8E34-4C15-A6EA-CEB452ECF6EA}" dt="2024-12-05T18:38:19.666" v="784"/>
        <pc:sldMkLst>
          <pc:docMk/>
          <pc:sldMk cId="0" sldId="290"/>
        </pc:sldMkLst>
      </pc:sldChg>
      <pc:sldChg chg="add del">
        <pc:chgData name="" userId="9a24253a5e4fde46" providerId="LiveId" clId="{D982E3B6-8E34-4C15-A6EA-CEB452ECF6EA}" dt="2024-12-05T18:42:18.612" v="821" actId="2696"/>
        <pc:sldMkLst>
          <pc:docMk/>
          <pc:sldMk cId="0" sldId="291"/>
        </pc:sldMkLst>
      </pc:sldChg>
      <pc:sldChg chg="modSp add del">
        <pc:chgData name="" userId="9a24253a5e4fde46" providerId="LiveId" clId="{D982E3B6-8E34-4C15-A6EA-CEB452ECF6EA}" dt="2024-12-05T18:48:00.470" v="936" actId="2696"/>
        <pc:sldMkLst>
          <pc:docMk/>
          <pc:sldMk cId="1352104248" sldId="291"/>
        </pc:sldMkLst>
        <pc:spChg chg="mod">
          <ac:chgData name="" userId="9a24253a5e4fde46" providerId="LiveId" clId="{D982E3B6-8E34-4C15-A6EA-CEB452ECF6EA}" dt="2024-12-05T18:45:41.423" v="933" actId="20577"/>
          <ac:spMkLst>
            <pc:docMk/>
            <pc:sldMk cId="1352104248" sldId="291"/>
            <ac:spMk id="2" creationId="{3D468FD7-AA6A-4736-BB3E-9F9184BBE097}"/>
          </ac:spMkLst>
        </pc:spChg>
      </pc:sldChg>
      <pc:sldChg chg="add del modTransition">
        <pc:chgData name="" userId="9a24253a5e4fde46" providerId="LiveId" clId="{D982E3B6-8E34-4C15-A6EA-CEB452ECF6EA}" dt="2024-12-05T18:55:39.727" v="1267"/>
        <pc:sldMkLst>
          <pc:docMk/>
          <pc:sldMk cId="0" sldId="292"/>
        </pc:sldMkLst>
      </pc:sldChg>
      <pc:sldChg chg="modSp add">
        <pc:chgData name="" userId="9a24253a5e4fde46" providerId="LiveId" clId="{D982E3B6-8E34-4C15-A6EA-CEB452ECF6EA}" dt="2024-12-05T18:48:12.833" v="944" actId="6549"/>
        <pc:sldMkLst>
          <pc:docMk/>
          <pc:sldMk cId="0" sldId="293"/>
        </pc:sldMkLst>
        <pc:spChg chg="mod">
          <ac:chgData name="" userId="9a24253a5e4fde46" providerId="LiveId" clId="{D982E3B6-8E34-4C15-A6EA-CEB452ECF6EA}" dt="2024-12-05T18:48:12.833" v="944" actId="6549"/>
          <ac:spMkLst>
            <pc:docMk/>
            <pc:sldMk cId="0" sldId="293"/>
            <ac:spMk id="3" creationId="{00000000-0000-0000-0000-000000000000}"/>
          </ac:spMkLst>
        </pc:spChg>
      </pc:sldChg>
      <pc:sldChg chg="modSp add">
        <pc:chgData name="" userId="9a24253a5e4fde46" providerId="LiveId" clId="{D982E3B6-8E34-4C15-A6EA-CEB452ECF6EA}" dt="2024-12-05T18:48:25.888" v="952" actId="6549"/>
        <pc:sldMkLst>
          <pc:docMk/>
          <pc:sldMk cId="0" sldId="294"/>
        </pc:sldMkLst>
        <pc:spChg chg="mod">
          <ac:chgData name="" userId="9a24253a5e4fde46" providerId="LiveId" clId="{D982E3B6-8E34-4C15-A6EA-CEB452ECF6EA}" dt="2024-12-05T18:48:25.888" v="952" actId="6549"/>
          <ac:spMkLst>
            <pc:docMk/>
            <pc:sldMk cId="0" sldId="294"/>
            <ac:spMk id="3" creationId="{00000000-0000-0000-0000-000000000000}"/>
          </ac:spMkLst>
        </pc:spChg>
      </pc:sldChg>
      <pc:sldChg chg="modSp add">
        <pc:chgData name="" userId="9a24253a5e4fde46" providerId="LiveId" clId="{D982E3B6-8E34-4C15-A6EA-CEB452ECF6EA}" dt="2024-12-05T18:48:38.674" v="960" actId="6549"/>
        <pc:sldMkLst>
          <pc:docMk/>
          <pc:sldMk cId="0" sldId="295"/>
        </pc:sldMkLst>
        <pc:spChg chg="mod">
          <ac:chgData name="" userId="9a24253a5e4fde46" providerId="LiveId" clId="{D982E3B6-8E34-4C15-A6EA-CEB452ECF6EA}" dt="2024-12-05T18:48:38.674" v="960" actId="6549"/>
          <ac:spMkLst>
            <pc:docMk/>
            <pc:sldMk cId="0" sldId="295"/>
            <ac:spMk id="3" creationId="{00000000-0000-0000-0000-000000000000}"/>
          </ac:spMkLst>
        </pc:spChg>
      </pc:sldChg>
      <pc:sldChg chg="modSp add">
        <pc:chgData name="" userId="9a24253a5e4fde46" providerId="LiveId" clId="{D982E3B6-8E34-4C15-A6EA-CEB452ECF6EA}" dt="2024-12-05T18:49:46.386" v="1045" actId="6549"/>
        <pc:sldMkLst>
          <pc:docMk/>
          <pc:sldMk cId="0" sldId="296"/>
        </pc:sldMkLst>
        <pc:spChg chg="mod">
          <ac:chgData name="" userId="9a24253a5e4fde46" providerId="LiveId" clId="{D982E3B6-8E34-4C15-A6EA-CEB452ECF6EA}" dt="2024-12-05T18:49:22.512" v="1031" actId="20577"/>
          <ac:spMkLst>
            <pc:docMk/>
            <pc:sldMk cId="0" sldId="296"/>
            <ac:spMk id="2" creationId="{00000000-0000-0000-0000-000000000000}"/>
          </ac:spMkLst>
        </pc:spChg>
        <pc:spChg chg="mod">
          <ac:chgData name="" userId="9a24253a5e4fde46" providerId="LiveId" clId="{D982E3B6-8E34-4C15-A6EA-CEB452ECF6EA}" dt="2024-12-05T18:49:46.386" v="1045" actId="6549"/>
          <ac:spMkLst>
            <pc:docMk/>
            <pc:sldMk cId="0" sldId="296"/>
            <ac:spMk id="3" creationId="{00000000-0000-0000-0000-000000000000}"/>
          </ac:spMkLst>
        </pc:spChg>
      </pc:sldChg>
      <pc:sldMasterChg chg="modSp modSldLayout">
        <pc:chgData name="" userId="9a24253a5e4fde46" providerId="LiveId" clId="{D982E3B6-8E34-4C15-A6EA-CEB452ECF6EA}" dt="2024-12-05T18:04:28.010" v="0"/>
        <pc:sldMasterMkLst>
          <pc:docMk/>
          <pc:sldMasterMk cId="1631993440" sldId="2147483660"/>
        </pc:sldMasterMkLst>
        <pc:spChg chg="mod">
          <ac:chgData name="" userId="9a24253a5e4fde46" providerId="LiveId" clId="{D982E3B6-8E34-4C15-A6EA-CEB452ECF6EA}" dt="2024-12-05T18:04:28.010" v="0"/>
          <ac:spMkLst>
            <pc:docMk/>
            <pc:sldMasterMk cId="1631993440" sldId="2147483660"/>
            <ac:spMk id="2" creationId="{00000000-0000-0000-0000-000000000000}"/>
          </ac:spMkLst>
        </pc:spChg>
        <pc:spChg chg="mod">
          <ac:chgData name="" userId="9a24253a5e4fde46" providerId="LiveId" clId="{D982E3B6-8E34-4C15-A6EA-CEB452ECF6EA}" dt="2024-12-05T18:04:28.010" v="0"/>
          <ac:spMkLst>
            <pc:docMk/>
            <pc:sldMasterMk cId="1631993440" sldId="2147483660"/>
            <ac:spMk id="3" creationId="{00000000-0000-0000-0000-000000000000}"/>
          </ac:spMkLst>
        </pc:spChg>
        <pc:spChg chg="mod">
          <ac:chgData name="" userId="9a24253a5e4fde46" providerId="LiveId" clId="{D982E3B6-8E34-4C15-A6EA-CEB452ECF6EA}" dt="2024-12-05T18:04:28.010" v="0"/>
          <ac:spMkLst>
            <pc:docMk/>
            <pc:sldMasterMk cId="1631993440" sldId="2147483660"/>
            <ac:spMk id="4" creationId="{00000000-0000-0000-0000-000000000000}"/>
          </ac:spMkLst>
        </pc:spChg>
        <pc:spChg chg="mod">
          <ac:chgData name="" userId="9a24253a5e4fde46" providerId="LiveId" clId="{D982E3B6-8E34-4C15-A6EA-CEB452ECF6EA}" dt="2024-12-05T18:04:28.010" v="0"/>
          <ac:spMkLst>
            <pc:docMk/>
            <pc:sldMasterMk cId="1631993440" sldId="2147483660"/>
            <ac:spMk id="5" creationId="{00000000-0000-0000-0000-000000000000}"/>
          </ac:spMkLst>
        </pc:spChg>
        <pc:spChg chg="mod">
          <ac:chgData name="" userId="9a24253a5e4fde46" providerId="LiveId" clId="{D982E3B6-8E34-4C15-A6EA-CEB452ECF6EA}" dt="2024-12-05T18:04:28.010" v="0"/>
          <ac:spMkLst>
            <pc:docMk/>
            <pc:sldMasterMk cId="1631993440" sldId="2147483660"/>
            <ac:spMk id="6" creationId="{00000000-0000-0000-0000-000000000000}"/>
          </ac:spMkLst>
        </pc:spChg>
        <pc:spChg chg="mod">
          <ac:chgData name="" userId="9a24253a5e4fde46" providerId="LiveId" clId="{D982E3B6-8E34-4C15-A6EA-CEB452ECF6EA}" dt="2024-12-05T18:04:28.010" v="0"/>
          <ac:spMkLst>
            <pc:docMk/>
            <pc:sldMasterMk cId="1631993440" sldId="2147483660"/>
            <ac:spMk id="19" creationId="{00000000-0000-0000-0000-000000000000}"/>
          </ac:spMkLst>
        </pc:spChg>
        <pc:spChg chg="mod">
          <ac:chgData name="" userId="9a24253a5e4fde46" providerId="LiveId" clId="{D982E3B6-8E34-4C15-A6EA-CEB452ECF6EA}" dt="2024-12-05T18:04:28.010" v="0"/>
          <ac:spMkLst>
            <pc:docMk/>
            <pc:sldMasterMk cId="1631993440" sldId="2147483660"/>
            <ac:spMk id="20" creationId="{00000000-0000-0000-0000-000000000000}"/>
          </ac:spMkLst>
        </pc:spChg>
        <pc:spChg chg="mod">
          <ac:chgData name="" userId="9a24253a5e4fde46" providerId="LiveId" clId="{D982E3B6-8E34-4C15-A6EA-CEB452ECF6EA}" dt="2024-12-05T18:04:28.010" v="0"/>
          <ac:spMkLst>
            <pc:docMk/>
            <pc:sldMasterMk cId="1631993440" sldId="2147483660"/>
            <ac:spMk id="21" creationId="{00000000-0000-0000-0000-000000000000}"/>
          </ac:spMkLst>
        </pc:spChg>
        <pc:spChg chg="mod">
          <ac:chgData name="" userId="9a24253a5e4fde46" providerId="LiveId" clId="{D982E3B6-8E34-4C15-A6EA-CEB452ECF6EA}" dt="2024-12-05T18:04:28.010" v="0"/>
          <ac:spMkLst>
            <pc:docMk/>
            <pc:sldMasterMk cId="1631993440" sldId="2147483660"/>
            <ac:spMk id="22" creationId="{00000000-0000-0000-0000-000000000000}"/>
          </ac:spMkLst>
        </pc:spChg>
        <pc:spChg chg="mod">
          <ac:chgData name="" userId="9a24253a5e4fde46" providerId="LiveId" clId="{D982E3B6-8E34-4C15-A6EA-CEB452ECF6EA}" dt="2024-12-05T18:04:28.010" v="0"/>
          <ac:spMkLst>
            <pc:docMk/>
            <pc:sldMasterMk cId="1631993440" sldId="2147483660"/>
            <ac:spMk id="23" creationId="{00000000-0000-0000-0000-000000000000}"/>
          </ac:spMkLst>
        </pc:spChg>
        <pc:spChg chg="mod">
          <ac:chgData name="" userId="9a24253a5e4fde46" providerId="LiveId" clId="{D982E3B6-8E34-4C15-A6EA-CEB452ECF6EA}" dt="2024-12-05T18:04:28.010" v="0"/>
          <ac:spMkLst>
            <pc:docMk/>
            <pc:sldMasterMk cId="1631993440" sldId="2147483660"/>
            <ac:spMk id="24" creationId="{00000000-0000-0000-0000-000000000000}"/>
          </ac:spMkLst>
        </pc:spChg>
        <pc:sldLayoutChg chg="modSp">
          <pc:chgData name="" userId="9a24253a5e4fde46" providerId="LiveId" clId="{D982E3B6-8E34-4C15-A6EA-CEB452ECF6EA}" dt="2024-12-05T18:04:28.010" v="0"/>
          <pc:sldLayoutMkLst>
            <pc:docMk/>
            <pc:sldMasterMk cId="1631993440" sldId="2147483660"/>
            <pc:sldLayoutMk cId="70523943" sldId="2147483661"/>
          </pc:sldLayoutMkLst>
          <pc:spChg chg="mod">
            <ac:chgData name="" userId="9a24253a5e4fde46" providerId="LiveId" clId="{D982E3B6-8E34-4C15-A6EA-CEB452ECF6EA}" dt="2024-12-05T18:04:28.010" v="0"/>
            <ac:spMkLst>
              <pc:docMk/>
              <pc:sldMasterMk cId="1631993440" sldId="2147483660"/>
              <pc:sldLayoutMk cId="70523943" sldId="2147483661"/>
              <ac:spMk id="2" creationId="{00000000-0000-0000-0000-000000000000}"/>
            </ac:spMkLst>
          </pc:spChg>
          <pc:spChg chg="mod">
            <ac:chgData name="" userId="9a24253a5e4fde46" providerId="LiveId" clId="{D982E3B6-8E34-4C15-A6EA-CEB452ECF6EA}" dt="2024-12-05T18:04:28.010" v="0"/>
            <ac:spMkLst>
              <pc:docMk/>
              <pc:sldMasterMk cId="1631993440" sldId="2147483660"/>
              <pc:sldLayoutMk cId="70523943" sldId="2147483661"/>
              <ac:spMk id="3" creationId="{00000000-0000-0000-0000-000000000000}"/>
            </ac:spMkLst>
          </pc:spChg>
        </pc:sldLayoutChg>
        <pc:sldLayoutChg chg="modSp">
          <pc:chgData name="" userId="9a24253a5e4fde46" providerId="LiveId" clId="{D982E3B6-8E34-4C15-A6EA-CEB452ECF6EA}" dt="2024-12-05T18:04:28.010" v="0"/>
          <pc:sldLayoutMkLst>
            <pc:docMk/>
            <pc:sldMasterMk cId="1631993440" sldId="2147483660"/>
            <pc:sldLayoutMk cId="1655526881" sldId="2147483663"/>
          </pc:sldLayoutMkLst>
          <pc:spChg chg="mod">
            <ac:chgData name="" userId="9a24253a5e4fde46" providerId="LiveId" clId="{D982E3B6-8E34-4C15-A6EA-CEB452ECF6EA}" dt="2024-12-05T18:04:28.010" v="0"/>
            <ac:spMkLst>
              <pc:docMk/>
              <pc:sldMasterMk cId="1631993440" sldId="2147483660"/>
              <pc:sldLayoutMk cId="1655526881" sldId="2147483663"/>
              <ac:spMk id="2" creationId="{00000000-0000-0000-0000-000000000000}"/>
            </ac:spMkLst>
          </pc:spChg>
          <pc:spChg chg="mod">
            <ac:chgData name="" userId="9a24253a5e4fde46" providerId="LiveId" clId="{D982E3B6-8E34-4C15-A6EA-CEB452ECF6EA}" dt="2024-12-05T18:04:28.010" v="0"/>
            <ac:spMkLst>
              <pc:docMk/>
              <pc:sldMasterMk cId="1631993440" sldId="2147483660"/>
              <pc:sldLayoutMk cId="1655526881" sldId="2147483663"/>
              <ac:spMk id="3" creationId="{00000000-0000-0000-0000-000000000000}"/>
            </ac:spMkLst>
          </pc:spChg>
        </pc:sldLayoutChg>
        <pc:sldLayoutChg chg="modSp">
          <pc:chgData name="" userId="9a24253a5e4fde46" providerId="LiveId" clId="{D982E3B6-8E34-4C15-A6EA-CEB452ECF6EA}" dt="2024-12-05T18:04:28.010" v="0"/>
          <pc:sldLayoutMkLst>
            <pc:docMk/>
            <pc:sldMasterMk cId="1631993440" sldId="2147483660"/>
            <pc:sldLayoutMk cId="2208996595" sldId="2147483664"/>
          </pc:sldLayoutMkLst>
          <pc:spChg chg="mod">
            <ac:chgData name="" userId="9a24253a5e4fde46" providerId="LiveId" clId="{D982E3B6-8E34-4C15-A6EA-CEB452ECF6EA}" dt="2024-12-05T18:04:28.010" v="0"/>
            <ac:spMkLst>
              <pc:docMk/>
              <pc:sldMasterMk cId="1631993440" sldId="2147483660"/>
              <pc:sldLayoutMk cId="2208996595" sldId="2147483664"/>
              <ac:spMk id="3" creationId="{00000000-0000-0000-0000-000000000000}"/>
            </ac:spMkLst>
          </pc:spChg>
          <pc:spChg chg="mod">
            <ac:chgData name="" userId="9a24253a5e4fde46" providerId="LiveId" clId="{D982E3B6-8E34-4C15-A6EA-CEB452ECF6EA}" dt="2024-12-05T18:04:28.010" v="0"/>
            <ac:spMkLst>
              <pc:docMk/>
              <pc:sldMasterMk cId="1631993440" sldId="2147483660"/>
              <pc:sldLayoutMk cId="2208996595" sldId="2147483664"/>
              <ac:spMk id="4" creationId="{00000000-0000-0000-0000-000000000000}"/>
            </ac:spMkLst>
          </pc:spChg>
        </pc:sldLayoutChg>
        <pc:sldLayoutChg chg="modSp">
          <pc:chgData name="" userId="9a24253a5e4fde46" providerId="LiveId" clId="{D982E3B6-8E34-4C15-A6EA-CEB452ECF6EA}" dt="2024-12-05T18:04:28.010" v="0"/>
          <pc:sldLayoutMkLst>
            <pc:docMk/>
            <pc:sldMasterMk cId="1631993440" sldId="2147483660"/>
            <pc:sldLayoutMk cId="1361143529" sldId="2147483665"/>
          </pc:sldLayoutMkLst>
          <pc:spChg chg="mod">
            <ac:chgData name="" userId="9a24253a5e4fde46" providerId="LiveId" clId="{D982E3B6-8E34-4C15-A6EA-CEB452ECF6EA}" dt="2024-12-05T18:04:28.010" v="0"/>
            <ac:spMkLst>
              <pc:docMk/>
              <pc:sldMasterMk cId="1631993440" sldId="2147483660"/>
              <pc:sldLayoutMk cId="1361143529" sldId="2147483665"/>
              <ac:spMk id="3" creationId="{00000000-0000-0000-0000-000000000000}"/>
            </ac:spMkLst>
          </pc:spChg>
          <pc:spChg chg="mod">
            <ac:chgData name="" userId="9a24253a5e4fde46" providerId="LiveId" clId="{D982E3B6-8E34-4C15-A6EA-CEB452ECF6EA}" dt="2024-12-05T18:04:28.010" v="0"/>
            <ac:spMkLst>
              <pc:docMk/>
              <pc:sldMasterMk cId="1631993440" sldId="2147483660"/>
              <pc:sldLayoutMk cId="1361143529" sldId="2147483665"/>
              <ac:spMk id="4" creationId="{00000000-0000-0000-0000-000000000000}"/>
            </ac:spMkLst>
          </pc:spChg>
          <pc:spChg chg="mod">
            <ac:chgData name="" userId="9a24253a5e4fde46" providerId="LiveId" clId="{D982E3B6-8E34-4C15-A6EA-CEB452ECF6EA}" dt="2024-12-05T18:04:28.010" v="0"/>
            <ac:spMkLst>
              <pc:docMk/>
              <pc:sldMasterMk cId="1631993440" sldId="2147483660"/>
              <pc:sldLayoutMk cId="1361143529" sldId="2147483665"/>
              <ac:spMk id="5" creationId="{00000000-0000-0000-0000-000000000000}"/>
            </ac:spMkLst>
          </pc:spChg>
          <pc:spChg chg="mod">
            <ac:chgData name="" userId="9a24253a5e4fde46" providerId="LiveId" clId="{D982E3B6-8E34-4C15-A6EA-CEB452ECF6EA}" dt="2024-12-05T18:04:28.010" v="0"/>
            <ac:spMkLst>
              <pc:docMk/>
              <pc:sldMasterMk cId="1631993440" sldId="2147483660"/>
              <pc:sldLayoutMk cId="1361143529" sldId="2147483665"/>
              <ac:spMk id="6" creationId="{00000000-0000-0000-0000-000000000000}"/>
            </ac:spMkLst>
          </pc:spChg>
        </pc:sldLayoutChg>
        <pc:sldLayoutChg chg="modSp">
          <pc:chgData name="" userId="9a24253a5e4fde46" providerId="LiveId" clId="{D982E3B6-8E34-4C15-A6EA-CEB452ECF6EA}" dt="2024-12-05T18:04:28.010" v="0"/>
          <pc:sldLayoutMkLst>
            <pc:docMk/>
            <pc:sldMasterMk cId="1631993440" sldId="2147483660"/>
            <pc:sldLayoutMk cId="410102907" sldId="2147483668"/>
          </pc:sldLayoutMkLst>
          <pc:spChg chg="mod">
            <ac:chgData name="" userId="9a24253a5e4fde46" providerId="LiveId" clId="{D982E3B6-8E34-4C15-A6EA-CEB452ECF6EA}" dt="2024-12-05T18:04:28.010" v="0"/>
            <ac:spMkLst>
              <pc:docMk/>
              <pc:sldMasterMk cId="1631993440" sldId="2147483660"/>
              <pc:sldLayoutMk cId="410102907" sldId="2147483668"/>
              <ac:spMk id="2" creationId="{00000000-0000-0000-0000-000000000000}"/>
            </ac:spMkLst>
          </pc:spChg>
          <pc:spChg chg="mod">
            <ac:chgData name="" userId="9a24253a5e4fde46" providerId="LiveId" clId="{D982E3B6-8E34-4C15-A6EA-CEB452ECF6EA}" dt="2024-12-05T18:04:28.010" v="0"/>
            <ac:spMkLst>
              <pc:docMk/>
              <pc:sldMasterMk cId="1631993440" sldId="2147483660"/>
              <pc:sldLayoutMk cId="410102907" sldId="2147483668"/>
              <ac:spMk id="3" creationId="{00000000-0000-0000-0000-000000000000}"/>
            </ac:spMkLst>
          </pc:spChg>
          <pc:spChg chg="mod">
            <ac:chgData name="" userId="9a24253a5e4fde46" providerId="LiveId" clId="{D982E3B6-8E34-4C15-A6EA-CEB452ECF6EA}" dt="2024-12-05T18:04:28.010" v="0"/>
            <ac:spMkLst>
              <pc:docMk/>
              <pc:sldMasterMk cId="1631993440" sldId="2147483660"/>
              <pc:sldLayoutMk cId="410102907" sldId="2147483668"/>
              <ac:spMk id="4" creationId="{00000000-0000-0000-0000-000000000000}"/>
            </ac:spMkLst>
          </pc:spChg>
        </pc:sldLayoutChg>
        <pc:sldLayoutChg chg="modSp">
          <pc:chgData name="" userId="9a24253a5e4fde46" providerId="LiveId" clId="{D982E3B6-8E34-4C15-A6EA-CEB452ECF6EA}" dt="2024-12-05T18:04:28.010" v="0"/>
          <pc:sldLayoutMkLst>
            <pc:docMk/>
            <pc:sldMasterMk cId="1631993440" sldId="2147483660"/>
            <pc:sldLayoutMk cId="1956181573" sldId="2147483669"/>
          </pc:sldLayoutMkLst>
          <pc:spChg chg="mod">
            <ac:chgData name="" userId="9a24253a5e4fde46" providerId="LiveId" clId="{D982E3B6-8E34-4C15-A6EA-CEB452ECF6EA}" dt="2024-12-05T18:04:28.010" v="0"/>
            <ac:spMkLst>
              <pc:docMk/>
              <pc:sldMasterMk cId="1631993440" sldId="2147483660"/>
              <pc:sldLayoutMk cId="1956181573" sldId="2147483669"/>
              <ac:spMk id="2" creationId="{00000000-0000-0000-0000-000000000000}"/>
            </ac:spMkLst>
          </pc:spChg>
          <pc:spChg chg="mod">
            <ac:chgData name="" userId="9a24253a5e4fde46" providerId="LiveId" clId="{D982E3B6-8E34-4C15-A6EA-CEB452ECF6EA}" dt="2024-12-05T18:04:28.010" v="0"/>
            <ac:spMkLst>
              <pc:docMk/>
              <pc:sldMasterMk cId="1631993440" sldId="2147483660"/>
              <pc:sldLayoutMk cId="1956181573" sldId="2147483669"/>
              <ac:spMk id="3" creationId="{00000000-0000-0000-0000-000000000000}"/>
            </ac:spMkLst>
          </pc:spChg>
          <pc:spChg chg="mod">
            <ac:chgData name="" userId="9a24253a5e4fde46" providerId="LiveId" clId="{D982E3B6-8E34-4C15-A6EA-CEB452ECF6EA}" dt="2024-12-05T18:04:28.010" v="0"/>
            <ac:spMkLst>
              <pc:docMk/>
              <pc:sldMasterMk cId="1631993440" sldId="2147483660"/>
              <pc:sldLayoutMk cId="1956181573" sldId="2147483669"/>
              <ac:spMk id="4" creationId="{00000000-0000-0000-0000-000000000000}"/>
            </ac:spMkLst>
          </pc:spChg>
        </pc:sldLayoutChg>
        <pc:sldLayoutChg chg="modSp">
          <pc:chgData name="" userId="9a24253a5e4fde46" providerId="LiveId" clId="{D982E3B6-8E34-4C15-A6EA-CEB452ECF6EA}" dt="2024-12-05T18:04:28.010" v="0"/>
          <pc:sldLayoutMkLst>
            <pc:docMk/>
            <pc:sldMasterMk cId="1631993440" sldId="2147483660"/>
            <pc:sldLayoutMk cId="2209962017" sldId="2147483670"/>
          </pc:sldLayoutMkLst>
          <pc:spChg chg="mod">
            <ac:chgData name="" userId="9a24253a5e4fde46" providerId="LiveId" clId="{D982E3B6-8E34-4C15-A6EA-CEB452ECF6EA}" dt="2024-12-05T18:04:28.010" v="0"/>
            <ac:spMkLst>
              <pc:docMk/>
              <pc:sldMasterMk cId="1631993440" sldId="2147483660"/>
              <pc:sldLayoutMk cId="2209962017" sldId="2147483670"/>
              <ac:spMk id="2" creationId="{00000000-0000-0000-0000-000000000000}"/>
            </ac:spMkLst>
          </pc:spChg>
          <pc:spChg chg="mod">
            <ac:chgData name="" userId="9a24253a5e4fde46" providerId="LiveId" clId="{D982E3B6-8E34-4C15-A6EA-CEB452ECF6EA}" dt="2024-12-05T18:04:28.010" v="0"/>
            <ac:spMkLst>
              <pc:docMk/>
              <pc:sldMasterMk cId="1631993440" sldId="2147483660"/>
              <pc:sldLayoutMk cId="2209962017" sldId="2147483670"/>
              <ac:spMk id="3" creationId="{00000000-0000-0000-0000-000000000000}"/>
            </ac:spMkLst>
          </pc:spChg>
          <pc:spChg chg="mod">
            <ac:chgData name="" userId="9a24253a5e4fde46" providerId="LiveId" clId="{D982E3B6-8E34-4C15-A6EA-CEB452ECF6EA}" dt="2024-12-05T18:04:28.010" v="0"/>
            <ac:spMkLst>
              <pc:docMk/>
              <pc:sldMasterMk cId="1631993440" sldId="2147483660"/>
              <pc:sldLayoutMk cId="2209962017" sldId="2147483670"/>
              <ac:spMk id="4" creationId="{00000000-0000-0000-0000-000000000000}"/>
            </ac:spMkLst>
          </pc:spChg>
        </pc:sldLayoutChg>
        <pc:sldLayoutChg chg="modSp">
          <pc:chgData name="" userId="9a24253a5e4fde46" providerId="LiveId" clId="{D982E3B6-8E34-4C15-A6EA-CEB452ECF6EA}" dt="2024-12-05T18:04:28.010" v="0"/>
          <pc:sldLayoutMkLst>
            <pc:docMk/>
            <pc:sldMasterMk cId="1631993440" sldId="2147483660"/>
            <pc:sldLayoutMk cId="1884922840" sldId="2147483671"/>
          </pc:sldLayoutMkLst>
          <pc:spChg chg="mod">
            <ac:chgData name="" userId="9a24253a5e4fde46" providerId="LiveId" clId="{D982E3B6-8E34-4C15-A6EA-CEB452ECF6EA}" dt="2024-12-05T18:04:28.010" v="0"/>
            <ac:spMkLst>
              <pc:docMk/>
              <pc:sldMasterMk cId="1631993440" sldId="2147483660"/>
              <pc:sldLayoutMk cId="1884922840" sldId="2147483671"/>
              <ac:spMk id="2" creationId="{00000000-0000-0000-0000-000000000000}"/>
            </ac:spMkLst>
          </pc:spChg>
          <pc:spChg chg="mod">
            <ac:chgData name="" userId="9a24253a5e4fde46" providerId="LiveId" clId="{D982E3B6-8E34-4C15-A6EA-CEB452ECF6EA}" dt="2024-12-05T18:04:28.010" v="0"/>
            <ac:spMkLst>
              <pc:docMk/>
              <pc:sldMasterMk cId="1631993440" sldId="2147483660"/>
              <pc:sldLayoutMk cId="1884922840" sldId="2147483671"/>
              <ac:spMk id="8" creationId="{00000000-0000-0000-0000-000000000000}"/>
            </ac:spMkLst>
          </pc:spChg>
        </pc:sldLayoutChg>
        <pc:sldLayoutChg chg="modSp">
          <pc:chgData name="" userId="9a24253a5e4fde46" providerId="LiveId" clId="{D982E3B6-8E34-4C15-A6EA-CEB452ECF6EA}" dt="2024-12-05T18:04:28.010" v="0"/>
          <pc:sldLayoutMkLst>
            <pc:docMk/>
            <pc:sldMasterMk cId="1631993440" sldId="2147483660"/>
            <pc:sldLayoutMk cId="1582801469" sldId="2147483672"/>
          </pc:sldLayoutMkLst>
          <pc:spChg chg="mod">
            <ac:chgData name="" userId="9a24253a5e4fde46" providerId="LiveId" clId="{D982E3B6-8E34-4C15-A6EA-CEB452ECF6EA}" dt="2024-12-05T18:04:28.010" v="0"/>
            <ac:spMkLst>
              <pc:docMk/>
              <pc:sldMasterMk cId="1631993440" sldId="2147483660"/>
              <pc:sldLayoutMk cId="1582801469" sldId="2147483672"/>
              <ac:spMk id="2" creationId="{00000000-0000-0000-0000-000000000000}"/>
            </ac:spMkLst>
          </pc:spChg>
          <pc:spChg chg="mod">
            <ac:chgData name="" userId="9a24253a5e4fde46" providerId="LiveId" clId="{D982E3B6-8E34-4C15-A6EA-CEB452ECF6EA}" dt="2024-12-05T18:04:28.010" v="0"/>
            <ac:spMkLst>
              <pc:docMk/>
              <pc:sldMasterMk cId="1631993440" sldId="2147483660"/>
              <pc:sldLayoutMk cId="1582801469" sldId="2147483672"/>
              <ac:spMk id="10" creationId="{00000000-0000-0000-0000-000000000000}"/>
            </ac:spMkLst>
          </pc:spChg>
          <pc:spChg chg="mod">
            <ac:chgData name="" userId="9a24253a5e4fde46" providerId="LiveId" clId="{D982E3B6-8E34-4C15-A6EA-CEB452ECF6EA}" dt="2024-12-05T18:04:28.010" v="0"/>
            <ac:spMkLst>
              <pc:docMk/>
              <pc:sldMasterMk cId="1631993440" sldId="2147483660"/>
              <pc:sldLayoutMk cId="1582801469" sldId="2147483672"/>
              <ac:spMk id="11" creationId="{00000000-0000-0000-0000-000000000000}"/>
            </ac:spMkLst>
          </pc:spChg>
          <pc:spChg chg="mod">
            <ac:chgData name="" userId="9a24253a5e4fde46" providerId="LiveId" clId="{D982E3B6-8E34-4C15-A6EA-CEB452ECF6EA}" dt="2024-12-05T18:04:28.010" v="0"/>
            <ac:spMkLst>
              <pc:docMk/>
              <pc:sldMasterMk cId="1631993440" sldId="2147483660"/>
              <pc:sldLayoutMk cId="1582801469" sldId="2147483672"/>
              <ac:spMk id="12" creationId="{00000000-0000-0000-0000-000000000000}"/>
            </ac:spMkLst>
          </pc:spChg>
          <pc:spChg chg="mod">
            <ac:chgData name="" userId="9a24253a5e4fde46" providerId="LiveId" clId="{D982E3B6-8E34-4C15-A6EA-CEB452ECF6EA}" dt="2024-12-05T18:04:28.010" v="0"/>
            <ac:spMkLst>
              <pc:docMk/>
              <pc:sldMasterMk cId="1631993440" sldId="2147483660"/>
              <pc:sldLayoutMk cId="1582801469" sldId="2147483672"/>
              <ac:spMk id="15" creationId="{00000000-0000-0000-0000-000000000000}"/>
            </ac:spMkLst>
          </pc:spChg>
        </pc:sldLayoutChg>
        <pc:sldLayoutChg chg="modSp">
          <pc:chgData name="" userId="9a24253a5e4fde46" providerId="LiveId" clId="{D982E3B6-8E34-4C15-A6EA-CEB452ECF6EA}" dt="2024-12-05T18:04:28.010" v="0"/>
          <pc:sldLayoutMkLst>
            <pc:docMk/>
            <pc:sldMasterMk cId="1631993440" sldId="2147483660"/>
            <pc:sldLayoutMk cId="1403728750" sldId="2147483673"/>
          </pc:sldLayoutMkLst>
          <pc:spChg chg="mod">
            <ac:chgData name="" userId="9a24253a5e4fde46" providerId="LiveId" clId="{D982E3B6-8E34-4C15-A6EA-CEB452ECF6EA}" dt="2024-12-05T18:04:28.010" v="0"/>
            <ac:spMkLst>
              <pc:docMk/>
              <pc:sldMasterMk cId="1631993440" sldId="2147483660"/>
              <pc:sldLayoutMk cId="1403728750" sldId="2147483673"/>
              <ac:spMk id="2" creationId="{00000000-0000-0000-0000-000000000000}"/>
            </ac:spMkLst>
          </pc:spChg>
          <pc:spChg chg="mod">
            <ac:chgData name="" userId="9a24253a5e4fde46" providerId="LiveId" clId="{D982E3B6-8E34-4C15-A6EA-CEB452ECF6EA}" dt="2024-12-05T18:04:28.010" v="0"/>
            <ac:spMkLst>
              <pc:docMk/>
              <pc:sldMasterMk cId="1631993440" sldId="2147483660"/>
              <pc:sldLayoutMk cId="1403728750" sldId="2147483673"/>
              <ac:spMk id="3" creationId="{00000000-0000-0000-0000-000000000000}"/>
            </ac:spMkLst>
          </pc:spChg>
        </pc:sldLayoutChg>
        <pc:sldLayoutChg chg="modSp">
          <pc:chgData name="" userId="9a24253a5e4fde46" providerId="LiveId" clId="{D982E3B6-8E34-4C15-A6EA-CEB452ECF6EA}" dt="2024-12-05T18:04:28.010" v="0"/>
          <pc:sldLayoutMkLst>
            <pc:docMk/>
            <pc:sldMasterMk cId="1631993440" sldId="2147483660"/>
            <pc:sldLayoutMk cId="2825518419" sldId="2147483674"/>
          </pc:sldLayoutMkLst>
          <pc:spChg chg="mod">
            <ac:chgData name="" userId="9a24253a5e4fde46" providerId="LiveId" clId="{D982E3B6-8E34-4C15-A6EA-CEB452ECF6EA}" dt="2024-12-05T18:04:28.010" v="0"/>
            <ac:spMkLst>
              <pc:docMk/>
              <pc:sldMasterMk cId="1631993440" sldId="2147483660"/>
              <pc:sldLayoutMk cId="2825518419" sldId="2147483674"/>
              <ac:spMk id="3" creationId="{00000000-0000-0000-0000-000000000000}"/>
            </ac:spMkLst>
          </pc:spChg>
          <pc:spChg chg="mod">
            <ac:chgData name="" userId="9a24253a5e4fde46" providerId="LiveId" clId="{D982E3B6-8E34-4C15-A6EA-CEB452ECF6EA}" dt="2024-12-05T18:04:28.010" v="0"/>
            <ac:spMkLst>
              <pc:docMk/>
              <pc:sldMasterMk cId="1631993440" sldId="2147483660"/>
              <pc:sldLayoutMk cId="2825518419" sldId="2147483674"/>
              <ac:spMk id="5" creationId="{00000000-0000-0000-0000-000000000000}"/>
            </ac:spMkLst>
          </pc:spChg>
          <pc:spChg chg="mod">
            <ac:chgData name="" userId="9a24253a5e4fde46" providerId="LiveId" clId="{D982E3B6-8E34-4C15-A6EA-CEB452ECF6EA}" dt="2024-12-05T18:04:28.010" v="0"/>
            <ac:spMkLst>
              <pc:docMk/>
              <pc:sldMasterMk cId="1631993440" sldId="2147483660"/>
              <pc:sldLayoutMk cId="2825518419" sldId="2147483674"/>
              <ac:spMk id="14" creationId="{00000000-0000-0000-0000-000000000000}"/>
            </ac:spMkLst>
          </pc:spChg>
          <pc:spChg chg="mod">
            <ac:chgData name="" userId="9a24253a5e4fde46" providerId="LiveId" clId="{D982E3B6-8E34-4C15-A6EA-CEB452ECF6EA}" dt="2024-12-05T18:04:28.010" v="0"/>
            <ac:spMkLst>
              <pc:docMk/>
              <pc:sldMasterMk cId="1631993440" sldId="2147483660"/>
              <pc:sldLayoutMk cId="2825518419" sldId="2147483674"/>
              <ac:spMk id="16" creationId="{00000000-0000-0000-0000-000000000000}"/>
            </ac:spMkLst>
          </pc:spChg>
          <pc:spChg chg="mod">
            <ac:chgData name="" userId="9a24253a5e4fde46" providerId="LiveId" clId="{D982E3B6-8E34-4C15-A6EA-CEB452ECF6EA}" dt="2024-12-05T18:04:28.010" v="0"/>
            <ac:spMkLst>
              <pc:docMk/>
              <pc:sldMasterMk cId="1631993440" sldId="2147483660"/>
              <pc:sldLayoutMk cId="2825518419" sldId="2147483674"/>
              <ac:spMk id="19" creationId="{00000000-0000-0000-0000-000000000000}"/>
            </ac:spMkLst>
          </pc:spChg>
          <pc:spChg chg="mod">
            <ac:chgData name="" userId="9a24253a5e4fde46" providerId="LiveId" clId="{D982E3B6-8E34-4C15-A6EA-CEB452ECF6EA}" dt="2024-12-05T18:04:28.010" v="0"/>
            <ac:spMkLst>
              <pc:docMk/>
              <pc:sldMasterMk cId="1631993440" sldId="2147483660"/>
              <pc:sldLayoutMk cId="2825518419" sldId="2147483674"/>
              <ac:spMk id="20" creationId="{00000000-0000-0000-0000-000000000000}"/>
            </ac:spMkLst>
          </pc:spChg>
          <pc:cxnChg chg="mod">
            <ac:chgData name="" userId="9a24253a5e4fde46" providerId="LiveId" clId="{D982E3B6-8E34-4C15-A6EA-CEB452ECF6EA}" dt="2024-12-05T18:04:28.010" v="0"/>
            <ac:cxnSpMkLst>
              <pc:docMk/>
              <pc:sldMasterMk cId="1631993440" sldId="2147483660"/>
              <pc:sldLayoutMk cId="2825518419" sldId="2147483674"/>
              <ac:cxnSpMk id="17" creationId="{00000000-0000-0000-0000-000000000000}"/>
            </ac:cxnSpMkLst>
          </pc:cxnChg>
          <pc:cxnChg chg="mod">
            <ac:chgData name="" userId="9a24253a5e4fde46" providerId="LiveId" clId="{D982E3B6-8E34-4C15-A6EA-CEB452ECF6EA}" dt="2024-12-05T18:04:28.010" v="0"/>
            <ac:cxnSpMkLst>
              <pc:docMk/>
              <pc:sldMasterMk cId="1631993440" sldId="2147483660"/>
              <pc:sldLayoutMk cId="2825518419" sldId="2147483674"/>
              <ac:cxnSpMk id="18" creationId="{00000000-0000-0000-0000-000000000000}"/>
            </ac:cxnSpMkLst>
          </pc:cxnChg>
        </pc:sldLayoutChg>
        <pc:sldLayoutChg chg="modSp">
          <pc:chgData name="" userId="9a24253a5e4fde46" providerId="LiveId" clId="{D982E3B6-8E34-4C15-A6EA-CEB452ECF6EA}" dt="2024-12-05T18:04:28.010" v="0"/>
          <pc:sldLayoutMkLst>
            <pc:docMk/>
            <pc:sldMasterMk cId="1631993440" sldId="2147483660"/>
            <pc:sldLayoutMk cId="948789810" sldId="2147483675"/>
          </pc:sldLayoutMkLst>
          <pc:spChg chg="mod">
            <ac:chgData name="" userId="9a24253a5e4fde46" providerId="LiveId" clId="{D982E3B6-8E34-4C15-A6EA-CEB452ECF6EA}" dt="2024-12-05T18:04:28.010" v="0"/>
            <ac:spMkLst>
              <pc:docMk/>
              <pc:sldMasterMk cId="1631993440" sldId="2147483660"/>
              <pc:sldLayoutMk cId="948789810" sldId="2147483675"/>
              <ac:spMk id="3" creationId="{00000000-0000-0000-0000-000000000000}"/>
            </ac:spMkLst>
          </pc:spChg>
          <pc:spChg chg="mod">
            <ac:chgData name="" userId="9a24253a5e4fde46" providerId="LiveId" clId="{D982E3B6-8E34-4C15-A6EA-CEB452ECF6EA}" dt="2024-12-05T18:04:28.010" v="0"/>
            <ac:spMkLst>
              <pc:docMk/>
              <pc:sldMasterMk cId="1631993440" sldId="2147483660"/>
              <pc:sldLayoutMk cId="948789810" sldId="2147483675"/>
              <ac:spMk id="5" creationId="{00000000-0000-0000-0000-000000000000}"/>
            </ac:spMkLst>
          </pc:spChg>
          <pc:spChg chg="mod">
            <ac:chgData name="" userId="9a24253a5e4fde46" providerId="LiveId" clId="{D982E3B6-8E34-4C15-A6EA-CEB452ECF6EA}" dt="2024-12-05T18:04:28.010" v="0"/>
            <ac:spMkLst>
              <pc:docMk/>
              <pc:sldMasterMk cId="1631993440" sldId="2147483660"/>
              <pc:sldLayoutMk cId="948789810" sldId="2147483675"/>
              <ac:spMk id="14" creationId="{00000000-0000-0000-0000-000000000000}"/>
            </ac:spMkLst>
          </pc:spChg>
          <pc:spChg chg="mod">
            <ac:chgData name="" userId="9a24253a5e4fde46" providerId="LiveId" clId="{D982E3B6-8E34-4C15-A6EA-CEB452ECF6EA}" dt="2024-12-05T18:04:28.010" v="0"/>
            <ac:spMkLst>
              <pc:docMk/>
              <pc:sldMasterMk cId="1631993440" sldId="2147483660"/>
              <pc:sldLayoutMk cId="948789810" sldId="2147483675"/>
              <ac:spMk id="22" creationId="{00000000-0000-0000-0000-000000000000}"/>
            </ac:spMkLst>
          </pc:spChg>
          <pc:spChg chg="mod">
            <ac:chgData name="" userId="9a24253a5e4fde46" providerId="LiveId" clId="{D982E3B6-8E34-4C15-A6EA-CEB452ECF6EA}" dt="2024-12-05T18:04:28.010" v="0"/>
            <ac:spMkLst>
              <pc:docMk/>
              <pc:sldMasterMk cId="1631993440" sldId="2147483660"/>
              <pc:sldLayoutMk cId="948789810" sldId="2147483675"/>
              <ac:spMk id="23" creationId="{00000000-0000-0000-0000-000000000000}"/>
            </ac:spMkLst>
          </pc:spChg>
          <pc:spChg chg="mod">
            <ac:chgData name="" userId="9a24253a5e4fde46" providerId="LiveId" clId="{D982E3B6-8E34-4C15-A6EA-CEB452ECF6EA}" dt="2024-12-05T18:04:28.010" v="0"/>
            <ac:spMkLst>
              <pc:docMk/>
              <pc:sldMasterMk cId="1631993440" sldId="2147483660"/>
              <pc:sldLayoutMk cId="948789810" sldId="2147483675"/>
              <ac:spMk id="24" creationId="{00000000-0000-0000-0000-000000000000}"/>
            </ac:spMkLst>
          </pc:spChg>
          <pc:spChg chg="mod">
            <ac:chgData name="" userId="9a24253a5e4fde46" providerId="LiveId" clId="{D982E3B6-8E34-4C15-A6EA-CEB452ECF6EA}" dt="2024-12-05T18:04:28.010" v="0"/>
            <ac:spMkLst>
              <pc:docMk/>
              <pc:sldMasterMk cId="1631993440" sldId="2147483660"/>
              <pc:sldLayoutMk cId="948789810" sldId="2147483675"/>
              <ac:spMk id="29" creationId="{00000000-0000-0000-0000-000000000000}"/>
            </ac:spMkLst>
          </pc:spChg>
          <pc:spChg chg="mod">
            <ac:chgData name="" userId="9a24253a5e4fde46" providerId="LiveId" clId="{D982E3B6-8E34-4C15-A6EA-CEB452ECF6EA}" dt="2024-12-05T18:04:28.010" v="0"/>
            <ac:spMkLst>
              <pc:docMk/>
              <pc:sldMasterMk cId="1631993440" sldId="2147483660"/>
              <pc:sldLayoutMk cId="948789810" sldId="2147483675"/>
              <ac:spMk id="30" creationId="{00000000-0000-0000-0000-000000000000}"/>
            </ac:spMkLst>
          </pc:spChg>
          <pc:spChg chg="mod">
            <ac:chgData name="" userId="9a24253a5e4fde46" providerId="LiveId" clId="{D982E3B6-8E34-4C15-A6EA-CEB452ECF6EA}" dt="2024-12-05T18:04:28.010" v="0"/>
            <ac:spMkLst>
              <pc:docMk/>
              <pc:sldMasterMk cId="1631993440" sldId="2147483660"/>
              <pc:sldLayoutMk cId="948789810" sldId="2147483675"/>
              <ac:spMk id="31" creationId="{00000000-0000-0000-0000-000000000000}"/>
            </ac:spMkLst>
          </pc:spChg>
          <pc:cxnChg chg="mod">
            <ac:chgData name="" userId="9a24253a5e4fde46" providerId="LiveId" clId="{D982E3B6-8E34-4C15-A6EA-CEB452ECF6EA}" dt="2024-12-05T18:04:28.010" v="0"/>
            <ac:cxnSpMkLst>
              <pc:docMk/>
              <pc:sldMasterMk cId="1631993440" sldId="2147483660"/>
              <pc:sldLayoutMk cId="948789810" sldId="2147483675"/>
              <ac:cxnSpMk id="19" creationId="{00000000-0000-0000-0000-000000000000}"/>
            </ac:cxnSpMkLst>
          </pc:cxnChg>
          <pc:cxnChg chg="mod">
            <ac:chgData name="" userId="9a24253a5e4fde46" providerId="LiveId" clId="{D982E3B6-8E34-4C15-A6EA-CEB452ECF6EA}" dt="2024-12-05T18:04:28.010" v="0"/>
            <ac:cxnSpMkLst>
              <pc:docMk/>
              <pc:sldMasterMk cId="1631993440" sldId="2147483660"/>
              <pc:sldLayoutMk cId="948789810" sldId="2147483675"/>
              <ac:cxnSpMk id="20" creationId="{00000000-0000-0000-0000-000000000000}"/>
            </ac:cxnSpMkLst>
          </pc:cxnChg>
        </pc:sldLayoutChg>
        <pc:sldLayoutChg chg="modSp">
          <pc:chgData name="" userId="9a24253a5e4fde46" providerId="LiveId" clId="{D982E3B6-8E34-4C15-A6EA-CEB452ECF6EA}" dt="2024-12-05T18:04:28.010" v="0"/>
          <pc:sldLayoutMkLst>
            <pc:docMk/>
            <pc:sldMasterMk cId="1631993440" sldId="2147483660"/>
            <pc:sldLayoutMk cId="2473485524" sldId="2147483677"/>
          </pc:sldLayoutMkLst>
          <pc:spChg chg="mod">
            <ac:chgData name="" userId="9a24253a5e4fde46" providerId="LiveId" clId="{D982E3B6-8E34-4C15-A6EA-CEB452ECF6EA}" dt="2024-12-05T18:04:28.010" v="0"/>
            <ac:spMkLst>
              <pc:docMk/>
              <pc:sldMasterMk cId="1631993440" sldId="2147483660"/>
              <pc:sldLayoutMk cId="2473485524" sldId="2147483677"/>
              <ac:spMk id="2" creationId="{00000000-0000-0000-0000-000000000000}"/>
            </ac:spMkLst>
          </pc:spChg>
          <pc:spChg chg="mod">
            <ac:chgData name="" userId="9a24253a5e4fde46" providerId="LiveId" clId="{D982E3B6-8E34-4C15-A6EA-CEB452ECF6EA}" dt="2024-12-05T18:04:28.010" v="0"/>
            <ac:spMkLst>
              <pc:docMk/>
              <pc:sldMasterMk cId="1631993440" sldId="2147483660"/>
              <pc:sldLayoutMk cId="2473485524" sldId="2147483677"/>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9219"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27652"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221"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222"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9223"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D70B9087-5F15-4291-84FD-2EC196C97CAE}" type="slidenum">
              <a:rPr lang="en-US" altLang="en-US"/>
              <a:pPr/>
              <a:t>‹#›</a:t>
            </a:fld>
            <a:endParaRPr lang="en-US" altLang="en-US"/>
          </a:p>
        </p:txBody>
      </p:sp>
    </p:spTree>
    <p:extLst>
      <p:ext uri="{BB962C8B-B14F-4D97-AF65-F5344CB8AC3E}">
        <p14:creationId xmlns:p14="http://schemas.microsoft.com/office/powerpoint/2010/main" val="149163354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Garamond"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Garamond"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Garamond"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Garamond"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Garamond"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70B9087-5F15-4291-84FD-2EC196C97CAE}" type="slidenum">
              <a:rPr lang="en-US" altLang="en-US"/>
              <a:pPr/>
              <a:t>1</a:t>
            </a:fld>
            <a:endParaRPr lang="en-US" altLang="en-US"/>
          </a:p>
        </p:txBody>
      </p:sp>
    </p:spTree>
    <p:extLst>
      <p:ext uri="{BB962C8B-B14F-4D97-AF65-F5344CB8AC3E}">
        <p14:creationId xmlns:p14="http://schemas.microsoft.com/office/powerpoint/2010/main" val="19434602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70B9087-5F15-4291-84FD-2EC196C97CAE}" type="slidenum">
              <a:rPr lang="en-US" altLang="en-US"/>
              <a:pPr/>
              <a:t>2</a:t>
            </a:fld>
            <a:endParaRPr lang="en-US" altLang="en-US"/>
          </a:p>
        </p:txBody>
      </p:sp>
    </p:spTree>
    <p:extLst>
      <p:ext uri="{BB962C8B-B14F-4D97-AF65-F5344CB8AC3E}">
        <p14:creationId xmlns:p14="http://schemas.microsoft.com/office/powerpoint/2010/main" val="3297172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70B9087-5F15-4291-84FD-2EC196C97CAE}" type="slidenum">
              <a:rPr lang="en-US" altLang="en-US"/>
              <a:pPr/>
              <a:t>3</a:t>
            </a:fld>
            <a:endParaRPr lang="en-US" altLang="en-US"/>
          </a:p>
        </p:txBody>
      </p:sp>
    </p:spTree>
    <p:extLst>
      <p:ext uri="{BB962C8B-B14F-4D97-AF65-F5344CB8AC3E}">
        <p14:creationId xmlns:p14="http://schemas.microsoft.com/office/powerpoint/2010/main" val="5248319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70B9087-5F15-4291-84FD-2EC196C97CAE}" type="slidenum">
              <a:rPr lang="en-US" altLang="en-US"/>
              <a:pPr/>
              <a:t>4</a:t>
            </a:fld>
            <a:endParaRPr lang="en-US" altLang="en-US"/>
          </a:p>
        </p:txBody>
      </p:sp>
    </p:spTree>
    <p:extLst>
      <p:ext uri="{BB962C8B-B14F-4D97-AF65-F5344CB8AC3E}">
        <p14:creationId xmlns:p14="http://schemas.microsoft.com/office/powerpoint/2010/main" val="2076244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70B9087-5F15-4291-84FD-2EC196C97CAE}" type="slidenum">
              <a:rPr lang="en-US" altLang="en-US"/>
              <a:pPr/>
              <a:t>5</a:t>
            </a:fld>
            <a:endParaRPr lang="en-US" altLang="en-US"/>
          </a:p>
        </p:txBody>
      </p:sp>
    </p:spTree>
    <p:extLst>
      <p:ext uri="{BB962C8B-B14F-4D97-AF65-F5344CB8AC3E}">
        <p14:creationId xmlns:p14="http://schemas.microsoft.com/office/powerpoint/2010/main" val="27660684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70B9087-5F15-4291-84FD-2EC196C97CAE}" type="slidenum">
              <a:rPr lang="en-US" altLang="en-US"/>
              <a:pPr/>
              <a:t>6</a:t>
            </a:fld>
            <a:endParaRPr lang="en-US" altLang="en-US"/>
          </a:p>
        </p:txBody>
      </p:sp>
    </p:spTree>
    <p:extLst>
      <p:ext uri="{BB962C8B-B14F-4D97-AF65-F5344CB8AC3E}">
        <p14:creationId xmlns:p14="http://schemas.microsoft.com/office/powerpoint/2010/main" val="4917956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70B9087-5F15-4291-84FD-2EC196C97CAE}" type="slidenum">
              <a:rPr lang="en-US" altLang="en-US"/>
              <a:pPr/>
              <a:t>7</a:t>
            </a:fld>
            <a:endParaRPr lang="en-US" altLang="en-US"/>
          </a:p>
        </p:txBody>
      </p:sp>
    </p:spTree>
    <p:extLst>
      <p:ext uri="{BB962C8B-B14F-4D97-AF65-F5344CB8AC3E}">
        <p14:creationId xmlns:p14="http://schemas.microsoft.com/office/powerpoint/2010/main" val="29592280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70B9087-5F15-4291-84FD-2EC196C97CAE}" type="slidenum">
              <a:rPr lang="en-US" altLang="en-US"/>
              <a:pPr/>
              <a:t>8</a:t>
            </a:fld>
            <a:endParaRPr lang="en-US" altLang="en-US"/>
          </a:p>
        </p:txBody>
      </p:sp>
    </p:spTree>
    <p:extLst>
      <p:ext uri="{BB962C8B-B14F-4D97-AF65-F5344CB8AC3E}">
        <p14:creationId xmlns:p14="http://schemas.microsoft.com/office/powerpoint/2010/main" val="11149149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70B9087-5F15-4291-84FD-2EC196C97CAE}" type="slidenum">
              <a:rPr lang="en-US" altLang="en-US"/>
              <a:pPr/>
              <a:t>9</a:t>
            </a:fld>
            <a:endParaRPr lang="en-US" altLang="en-US"/>
          </a:p>
        </p:txBody>
      </p:sp>
    </p:spTree>
    <p:extLst>
      <p:ext uri="{BB962C8B-B14F-4D97-AF65-F5344CB8AC3E}">
        <p14:creationId xmlns:p14="http://schemas.microsoft.com/office/powerpoint/2010/main" val="31515035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70B9087-5F15-4291-84FD-2EC196C97CAE}" type="slidenum">
              <a:rPr lang="en-US" altLang="en-US"/>
              <a:pPr/>
              <a:t>10</a:t>
            </a:fld>
            <a:endParaRPr lang="en-US" altLang="en-US"/>
          </a:p>
        </p:txBody>
      </p:sp>
    </p:spTree>
    <p:extLst>
      <p:ext uri="{BB962C8B-B14F-4D97-AF65-F5344CB8AC3E}">
        <p14:creationId xmlns:p14="http://schemas.microsoft.com/office/powerpoint/2010/main" val="29119829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70B9087-5F15-4291-84FD-2EC196C97CAE}" type="slidenum">
              <a:rPr lang="en-US" altLang="en-US"/>
              <a:pPr/>
              <a:t>11</a:t>
            </a:fld>
            <a:endParaRPr lang="en-US" altLang="en-US"/>
          </a:p>
        </p:txBody>
      </p:sp>
    </p:spTree>
    <p:extLst>
      <p:ext uri="{BB962C8B-B14F-4D97-AF65-F5344CB8AC3E}">
        <p14:creationId xmlns:p14="http://schemas.microsoft.com/office/powerpoint/2010/main" val="3729420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xfrm>
            <a:off x="381000" y="685800"/>
            <a:ext cx="6096000" cy="3429000"/>
          </a:xfrm>
          <a:ln/>
        </p:spPr>
      </p:sp>
      <p:sp>
        <p:nvSpPr>
          <p:cNvPr id="30723" name="Notes Placeholder 2"/>
          <p:cNvSpPr>
            <a:spLocks noGrp="1"/>
          </p:cNvSpPr>
          <p:nvPr>
            <p:ph type="body" idx="1"/>
          </p:nvPr>
        </p:nvSpPr>
        <p:spPr>
          <a:noFill/>
        </p:spPr>
        <p:txBody>
          <a:bodyPr/>
          <a:lstStyle/>
          <a:p>
            <a:pPr eaLnBrk="1" hangingPunct="1">
              <a:lnSpc>
                <a:spcPct val="80000"/>
              </a:lnSpc>
            </a:pPr>
            <a:r>
              <a:rPr lang="en-US" altLang="en-US" b="1" dirty="0"/>
              <a:t>History &gt; Tibet in the 20th century</a:t>
            </a:r>
          </a:p>
          <a:p>
            <a:pPr eaLnBrk="1" hangingPunct="1">
              <a:lnSpc>
                <a:spcPct val="80000"/>
              </a:lnSpc>
            </a:pPr>
            <a:r>
              <a:rPr lang="en-US" altLang="en-US" dirty="0"/>
              <a:t>In the mid-19th century the Tibetans repeatedly rebuffed overtures from the British, who at first saw Tibet as a trade route to China and later as countenancing Russian advances that might endanger India. Eventually, in 1903, after failure to get China to control its unruly vassal, a political mission was dispatched from India to secure understandings on frontier and trade relations. Tibetan resistance was overcome by force, the Dalai Lama fled to China, and the rough wooing ended in a treaty at Lhasa in 1904 between Britain and Tibet without Chinese adherence. In 1906, however, the Chinese achieved a treaty with Britain, without Tibetan participation, that recognized their suzerainty over Tibet. Success emboldened the Chinese to seek direct control of Tibet by using force against the Tibetans for the first time in 10 centuries. In 1910 the Dalai Lama again was forced to flee, this time to India. </a:t>
            </a:r>
          </a:p>
          <a:p>
            <a:pPr eaLnBrk="1" hangingPunct="1">
              <a:lnSpc>
                <a:spcPct val="80000"/>
              </a:lnSpc>
            </a:pPr>
            <a:r>
              <a:rPr lang="en-US" altLang="en-US" dirty="0"/>
              <a:t>That dying burst by the Manchu dynasty converted Tibetan indifference into enmity, and, after the Chinese Revolution in 1911–12, the Tibetans expelled all the Chinese and declared their independence of the new republic. Tibet functioned as an independent government until 1951 and defended its frontier against China in occasional fighting as late as 1931. In 1949, however, the “liberation” of Tibet was heralded, and in October 1950 the Chinese invaded eastern Tibet, overwhelming the poorly equipped Tibetan troops. An appeal by the Dalai Lama to the United Nations was denied, and support from India and Britain was not forthcoming. A Tibetan delegation summoned to China in 1951 had to sign a treaty dictated by the conquerors. It professed to guarantee Tibetan autonomy and religion but also allowed the establishment at Lhasa of Chinese civil and military headquarters. </a:t>
            </a:r>
          </a:p>
          <a:p>
            <a:pPr eaLnBrk="1" hangingPunct="1">
              <a:lnSpc>
                <a:spcPct val="80000"/>
              </a:lnSpc>
            </a:pPr>
            <a:r>
              <a:rPr lang="en-US" altLang="en-US" dirty="0"/>
              <a:t>Smoldering resentment at the strain on the country's resources from the influx of Chinese soldiery and civilians was inflamed in 1956 by reports of savage fighting and oppression in districts east of the upper Yangtze, outside the administration of Lhasa but bound to it by race, language, and religion. Refugees from the fighting in the east carried guerrilla warfare against the Chinese into central Tibet, creating tensions that exploded in a popular rising at Lhasa in March 1959. The Dalai Lama, most of his ministers, and many followers escaped across the Himalayas, and the rising was suppressed. </a:t>
            </a:r>
          </a:p>
          <a:p>
            <a:pPr eaLnBrk="1" hangingPunct="1">
              <a:lnSpc>
                <a:spcPct val="80000"/>
              </a:lnSpc>
            </a:pPr>
            <a:r>
              <a:rPr lang="en-US" altLang="en-US" dirty="0"/>
              <a:t>The events of 1959 intensified China's disagreements with India, which had given asylum to the Dalai Lama, and in 1962 Chinese forces proved the efficiency of the new communications by invading northeast Assam. </a:t>
            </a:r>
          </a:p>
          <a:p>
            <a:pPr eaLnBrk="1" hangingPunct="1">
              <a:lnSpc>
                <a:spcPct val="80000"/>
              </a:lnSpc>
            </a:pPr>
            <a:r>
              <a:rPr lang="en-US" altLang="en-US" dirty="0"/>
              <a:t>In 1966 and 1967 the Chinese position was shaken by Red Guard excesses and internecine fighting when the Cultural Revolution reached Lhasa. Military control was restored by 1969; and in 1971 a new local government committee was announced. Between 1963 and 1971 no foreign visitor was allowed to enter Tibet. Persecution of Tibetans abated in the late 1970s with the end of the Cultural Revolution, but Chinese repression was resumed when the Tibetans renewed their claims for autonomy and even independence. However, China has invested in the economic development of Tibet and in the early 1980s took initiatives to repair diplomatic ties with the Dalai Lama. Despite China's efforts to restore some freedoms and ease its repressive posture, riots broke out in the late 1980s, and China imposed martial law in Tibet in 1988. Tibet continues to suffer from periodic unrest, and China's suppression of political and religious freedoms has led to Western criticism and protests by human rights organizations. The Dalai Lama, still unrecognized by the Chinese government, won the Nobel Peace Price in 1989.</a:t>
            </a:r>
            <a:br>
              <a:rPr lang="en-US" altLang="en-US" dirty="0"/>
            </a:br>
            <a:endParaRPr lang="en-US" altLang="en-US" dirty="0"/>
          </a:p>
          <a:p>
            <a:pPr eaLnBrk="1" hangingPunct="1">
              <a:lnSpc>
                <a:spcPct val="80000"/>
              </a:lnSpc>
            </a:pPr>
            <a:r>
              <a:rPr lang="en-US" altLang="en-US" dirty="0"/>
              <a:t>" Tibet ." </a:t>
            </a:r>
            <a:r>
              <a:rPr lang="en-US" altLang="en-US" u="sng" dirty="0" err="1"/>
              <a:t>Encyclopædia</a:t>
            </a:r>
            <a:r>
              <a:rPr lang="en-US" altLang="en-US" u="sng" dirty="0"/>
              <a:t> Britannica</a:t>
            </a:r>
            <a:r>
              <a:rPr lang="en-US" altLang="en-US" dirty="0"/>
              <a:t>. 2006. </a:t>
            </a:r>
            <a:r>
              <a:rPr lang="en-US" altLang="en-US" dirty="0" err="1"/>
              <a:t>Encyclopædia</a:t>
            </a:r>
            <a:r>
              <a:rPr lang="en-US" altLang="en-US" dirty="0"/>
              <a:t> Britannica Premium Service.  7  May  2006 &lt;http://www.britannica.com/eb/article-71442&gt;.</a:t>
            </a:r>
          </a:p>
          <a:p>
            <a:endParaRPr lang="en-US" altLang="en-US" dirty="0"/>
          </a:p>
        </p:txBody>
      </p:sp>
      <p:sp>
        <p:nvSpPr>
          <p:cNvPr id="30724" name="Slide Number Placeholder 3"/>
          <p:cNvSpPr>
            <a:spLocks noGrp="1"/>
          </p:cNvSpPr>
          <p:nvPr>
            <p:ph type="sldNum" sz="quarter" idx="5"/>
          </p:nvPr>
        </p:nvSpPr>
        <p:spPr>
          <a:noFill/>
        </p:spPr>
        <p:txBody>
          <a:bodyPr/>
          <a:lstStyle>
            <a:lvl1pPr eaLnBrk="0" hangingPunct="0">
              <a:defRPr>
                <a:solidFill>
                  <a:schemeClr val="tx1"/>
                </a:solidFill>
                <a:latin typeface="Garamond" panose="02020404030301010803" pitchFamily="18" charset="0"/>
              </a:defRPr>
            </a:lvl1pPr>
            <a:lvl2pPr marL="742950" indent="-285750" eaLnBrk="0" hangingPunct="0">
              <a:defRPr>
                <a:solidFill>
                  <a:schemeClr val="tx1"/>
                </a:solidFill>
                <a:latin typeface="Garamond" panose="02020404030301010803" pitchFamily="18" charset="0"/>
              </a:defRPr>
            </a:lvl2pPr>
            <a:lvl3pPr marL="1143000" indent="-228600" eaLnBrk="0" hangingPunct="0">
              <a:defRPr>
                <a:solidFill>
                  <a:schemeClr val="tx1"/>
                </a:solidFill>
                <a:latin typeface="Garamond" panose="02020404030301010803" pitchFamily="18" charset="0"/>
              </a:defRPr>
            </a:lvl3pPr>
            <a:lvl4pPr marL="1600200" indent="-228600" eaLnBrk="0" hangingPunct="0">
              <a:defRPr>
                <a:solidFill>
                  <a:schemeClr val="tx1"/>
                </a:solidFill>
                <a:latin typeface="Garamond" panose="02020404030301010803" pitchFamily="18" charset="0"/>
              </a:defRPr>
            </a:lvl4pPr>
            <a:lvl5pPr marL="2057400" indent="-228600" eaLnBrk="0" hangingPunct="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eaLnBrk="1" hangingPunct="1"/>
            <a:fld id="{73017A54-F33E-4A5A-93FE-E162213632AD}" type="slidenum">
              <a:rPr lang="en-US" altLang="en-US"/>
              <a:pPr eaLnBrk="1" hangingPunct="1"/>
              <a:t>20</a:t>
            </a:fld>
            <a:endParaRPr lang="en-US" altLang="en-US"/>
          </a:p>
        </p:txBody>
      </p:sp>
    </p:spTree>
    <p:extLst>
      <p:ext uri="{BB962C8B-B14F-4D97-AF65-F5344CB8AC3E}">
        <p14:creationId xmlns:p14="http://schemas.microsoft.com/office/powerpoint/2010/main" val="19004690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xfrm>
            <a:off x="381000" y="685800"/>
            <a:ext cx="6096000" cy="3429000"/>
          </a:xfrm>
          <a:ln/>
        </p:spPr>
      </p:sp>
      <p:sp>
        <p:nvSpPr>
          <p:cNvPr id="31747" name="Notes Placeholder 2"/>
          <p:cNvSpPr>
            <a:spLocks noGrp="1"/>
          </p:cNvSpPr>
          <p:nvPr>
            <p:ph type="body" idx="1"/>
          </p:nvPr>
        </p:nvSpPr>
        <p:spPr>
          <a:noFill/>
        </p:spPr>
        <p:txBody>
          <a:bodyPr/>
          <a:lstStyle/>
          <a:p>
            <a:pPr eaLnBrk="1" hangingPunct="1">
              <a:lnSpc>
                <a:spcPct val="80000"/>
              </a:lnSpc>
            </a:pPr>
            <a:r>
              <a:rPr lang="en-US" altLang="en-US" b="1"/>
              <a:t>History &gt; Tibet in the 20th century</a:t>
            </a:r>
          </a:p>
          <a:p>
            <a:pPr eaLnBrk="1" hangingPunct="1">
              <a:lnSpc>
                <a:spcPct val="80000"/>
              </a:lnSpc>
            </a:pPr>
            <a:r>
              <a:rPr lang="en-US" altLang="en-US"/>
              <a:t>In the mid-19th century the Tibetans repeatedly rebuffed overtures from the British, who at first saw Tibet as a trade route to China and later as countenancing Russian advances that might endanger India. Eventually, in 1903, after failure to get China to control its unruly vassal, a political mission was dispatched from India to secure understandings on frontier and trade relations. Tibetan resistance was overcome by force, the Dalai Lama fled to China, and the rough wooing ended in a treaty at Lhasa in 1904 between Britain and Tibet without Chinese adherence. In 1906, however, the Chinese achieved a treaty with Britain, without Tibetan participation, that recognized their suzerainty over Tibet. Success emboldened the Chinese to seek direct control of Tibet by using force against the Tibetans for the first time in 10 centuries. In 1910 the Dalai Lama again was forced to flee, this time to India. </a:t>
            </a:r>
          </a:p>
          <a:p>
            <a:pPr eaLnBrk="1" hangingPunct="1">
              <a:lnSpc>
                <a:spcPct val="80000"/>
              </a:lnSpc>
            </a:pPr>
            <a:r>
              <a:rPr lang="en-US" altLang="en-US"/>
              <a:t>That dying burst by the Manchu dynasty converted Tibetan indifference into enmity, and, after the Chinese Revolution in 1911–12, the Tibetans expelled all the Chinese and declared their independence of the new republic. Tibet functioned as an independent government until 1951 and defended its frontier against China in occasional fighting as late as 1931. In 1949, however, the “liberation” of Tibet was heralded, and in October 1950 the Chinese invaded eastern Tibet, overwhelming the poorly equipped Tibetan troops. An appeal by the Dalai Lama to the United Nations was denied, and support from India and Britain was not forthcoming. A Tibetan delegation summoned to China in 1951 had to sign a treaty dictated by the conquerors. It professed to guarantee Tibetan autonomy and religion but also allowed the establishment at Lhasa of Chinese civil and military headquarters. </a:t>
            </a:r>
          </a:p>
          <a:p>
            <a:pPr eaLnBrk="1" hangingPunct="1">
              <a:lnSpc>
                <a:spcPct val="80000"/>
              </a:lnSpc>
            </a:pPr>
            <a:r>
              <a:rPr lang="en-US" altLang="en-US"/>
              <a:t>Smoldering resentment at the strain on the country's resources from the influx of Chinese soldiery and civilians was inflamed in 1956 by reports of savage fighting and oppression in districts east of the upper Yangtze, outside the administration of Lhasa but bound to it by race, language, and religion. Refugees from the fighting in the east carried guerrilla warfare against the Chinese into central Tibet, creating tensions that exploded in a popular rising at Lhasa in March 1959. The Dalai Lama, most of his ministers, and many followers escaped across the Himalayas, and the rising was suppressed. </a:t>
            </a:r>
          </a:p>
          <a:p>
            <a:pPr eaLnBrk="1" hangingPunct="1">
              <a:lnSpc>
                <a:spcPct val="80000"/>
              </a:lnSpc>
            </a:pPr>
            <a:r>
              <a:rPr lang="en-US" altLang="en-US"/>
              <a:t>The events of 1959 intensified China's disagreements with India, which had given asylum to the Dalai Lama, and in 1962 Chinese forces proved the efficiency of the new communications by invading northeast Assam. </a:t>
            </a:r>
          </a:p>
          <a:p>
            <a:pPr eaLnBrk="1" hangingPunct="1">
              <a:lnSpc>
                <a:spcPct val="80000"/>
              </a:lnSpc>
            </a:pPr>
            <a:r>
              <a:rPr lang="en-US" altLang="en-US"/>
              <a:t>In 1966 and 1967 the Chinese position was shaken by Red Guard excesses and internecine fighting when the Cultural Revolution reached Lhasa. Military control was restored by 1969; and in 1971 a new local government committee was announced. Between 1963 and 1971 no foreign visitor was allowed to enter Tibet. Persecution of Tibetans abated in the late 1970s with the end of the Cultural Revolution, but Chinese repression was resumed when the Tibetans renewed their claims for autonomy and even independence. However, China has invested in the economic development of Tibet and in the early 1980s took initiatives to repair diplomatic ties with the Dalai Lama. Despite China's efforts to restore some freedoms and ease its repressive posture, riots broke out in the late 1980s, and China imposed martial law in Tibet in 1988. Tibet continues to suffer from periodic unrest, and China's suppression of political and religious freedoms has led to Western criticism and protests by human rights organizations. The Dalai Lama, still unrecognized by the Chinese government, won the Nobel Peace Price in 1989.</a:t>
            </a:r>
            <a:br>
              <a:rPr lang="en-US" altLang="en-US"/>
            </a:br>
            <a:endParaRPr lang="en-US" altLang="en-US"/>
          </a:p>
          <a:p>
            <a:pPr eaLnBrk="1" hangingPunct="1">
              <a:lnSpc>
                <a:spcPct val="80000"/>
              </a:lnSpc>
            </a:pPr>
            <a:r>
              <a:rPr lang="en-US" altLang="en-US"/>
              <a:t>" Tibet ." </a:t>
            </a:r>
            <a:r>
              <a:rPr lang="en-US" altLang="en-US" u="sng"/>
              <a:t>Encyclopædia Britannica</a:t>
            </a:r>
            <a:r>
              <a:rPr lang="en-US" altLang="en-US"/>
              <a:t>. 2006. Encyclopædia Britannica Premium Service.  7  May  2006 &lt;http://www.britannica.com/eb/article-71442&gt;.</a:t>
            </a:r>
          </a:p>
          <a:p>
            <a:endParaRPr lang="en-US" altLang="en-US"/>
          </a:p>
        </p:txBody>
      </p:sp>
      <p:sp>
        <p:nvSpPr>
          <p:cNvPr id="31748" name="Slide Number Placeholder 3"/>
          <p:cNvSpPr>
            <a:spLocks noGrp="1"/>
          </p:cNvSpPr>
          <p:nvPr>
            <p:ph type="sldNum" sz="quarter" idx="5"/>
          </p:nvPr>
        </p:nvSpPr>
        <p:spPr>
          <a:noFill/>
        </p:spPr>
        <p:txBody>
          <a:bodyPr/>
          <a:lstStyle>
            <a:lvl1pPr eaLnBrk="0" hangingPunct="0">
              <a:defRPr>
                <a:solidFill>
                  <a:schemeClr val="tx1"/>
                </a:solidFill>
                <a:latin typeface="Garamond" panose="02020404030301010803" pitchFamily="18" charset="0"/>
              </a:defRPr>
            </a:lvl1pPr>
            <a:lvl2pPr marL="742950" indent="-285750" eaLnBrk="0" hangingPunct="0">
              <a:defRPr>
                <a:solidFill>
                  <a:schemeClr val="tx1"/>
                </a:solidFill>
                <a:latin typeface="Garamond" panose="02020404030301010803" pitchFamily="18" charset="0"/>
              </a:defRPr>
            </a:lvl2pPr>
            <a:lvl3pPr marL="1143000" indent="-228600" eaLnBrk="0" hangingPunct="0">
              <a:defRPr>
                <a:solidFill>
                  <a:schemeClr val="tx1"/>
                </a:solidFill>
                <a:latin typeface="Garamond" panose="02020404030301010803" pitchFamily="18" charset="0"/>
              </a:defRPr>
            </a:lvl3pPr>
            <a:lvl4pPr marL="1600200" indent="-228600" eaLnBrk="0" hangingPunct="0">
              <a:defRPr>
                <a:solidFill>
                  <a:schemeClr val="tx1"/>
                </a:solidFill>
                <a:latin typeface="Garamond" panose="02020404030301010803" pitchFamily="18" charset="0"/>
              </a:defRPr>
            </a:lvl4pPr>
            <a:lvl5pPr marL="2057400" indent="-228600" eaLnBrk="0" hangingPunct="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eaLnBrk="1" hangingPunct="1"/>
            <a:fld id="{7D30D3CF-B95C-437B-9B51-D70DDB519ED0}" type="slidenum">
              <a:rPr lang="en-US" altLang="en-US"/>
              <a:pPr eaLnBrk="1" hangingPunct="1"/>
              <a:t>21</a:t>
            </a:fld>
            <a:endParaRPr lang="en-US" altLang="en-US"/>
          </a:p>
        </p:txBody>
      </p:sp>
    </p:spTree>
    <p:extLst>
      <p:ext uri="{BB962C8B-B14F-4D97-AF65-F5344CB8AC3E}">
        <p14:creationId xmlns:p14="http://schemas.microsoft.com/office/powerpoint/2010/main" val="21458027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b="1" dirty="0"/>
              <a:t>"Let a Hundred Flowers Bloom" campaign</a:t>
            </a:r>
            <a:r>
              <a:rPr lang="en-US" dirty="0"/>
              <a:t> (1956–1957) was a brief period in the People's Republic of China during which the Communist Party, under Mao Zedong, encouraged open expression and criticism of the government and its policies. The campaign's name was inspired by the phrase "Let a hundred flowers bloom and a hundred schools of thought contend," which Mao borrowed from Chinese classical literature to promote intellectual and cultural diversity. However, its aftermath took a darker turn, leading to the suppression of dissent and the persecution of intellectuals.</a:t>
            </a:r>
          </a:p>
          <a:p>
            <a:r>
              <a:rPr lang="en-US" b="1" dirty="0"/>
              <a:t>Background and Objectives</a:t>
            </a:r>
          </a:p>
          <a:p>
            <a:r>
              <a:rPr lang="en-US" b="1" dirty="0"/>
              <a:t>Post-1956 Context</a:t>
            </a:r>
            <a:r>
              <a:rPr lang="en-US" dirty="0"/>
              <a:t>: The campaign was launched in the wake of widespread unrest in the socialist bloc (e.g., Hungary's anti-Soviet uprising in 1956) and growing dissatisfaction with bureaucratic inefficiencies in China.</a:t>
            </a:r>
          </a:p>
          <a:p>
            <a:r>
              <a:rPr lang="en-US" b="1" dirty="0"/>
              <a:t>Encouragement of Criticism</a:t>
            </a:r>
            <a:r>
              <a:rPr lang="en-US" dirty="0"/>
              <a:t>: Mao called for open discussion and criticism of government policies to address discontent, improve governance, and strengthen socialism.</a:t>
            </a:r>
          </a:p>
          <a:p>
            <a:r>
              <a:rPr lang="en-US" b="1" dirty="0"/>
              <a:t>Strategic Move</a:t>
            </a:r>
            <a:r>
              <a:rPr lang="en-US" dirty="0"/>
              <a:t>: Some historians suggest that Mao initiated the campaign to identify and expose dissenters under the guise of openness.</a:t>
            </a:r>
          </a:p>
          <a:p>
            <a:r>
              <a:rPr lang="en-US" b="1" dirty="0"/>
              <a:t>The Campaign</a:t>
            </a:r>
          </a:p>
          <a:p>
            <a:r>
              <a:rPr lang="en-US" b="1" dirty="0"/>
              <a:t>Intellectual and Cultural Participation</a:t>
            </a:r>
            <a:r>
              <a:rPr lang="en-US" dirty="0"/>
              <a:t>: Intellectuals, writers, and academics were encouraged to voice their opinions. Critical essays, speeches, and discussions flourished in universities, newspapers, and public forums.</a:t>
            </a:r>
          </a:p>
          <a:p>
            <a:r>
              <a:rPr lang="en-US" b="1" dirty="0"/>
              <a:t>Topics of Criticism</a:t>
            </a:r>
            <a:r>
              <a:rPr lang="en-US" dirty="0"/>
              <a:t>: Participants criticized corruption, inefficiency, bureaucracy, heavy-handed policies, and even Mao's leadership.</a:t>
            </a:r>
          </a:p>
          <a:p>
            <a:r>
              <a:rPr lang="en-US" b="1" dirty="0"/>
              <a:t>Temporary Liberalization</a:t>
            </a:r>
            <a:r>
              <a:rPr lang="en-US" dirty="0"/>
              <a:t>: The campaign briefly created an atmosphere of relative freedom of speech, which was unprecedented in Maoist China.</a:t>
            </a:r>
          </a:p>
          <a:p>
            <a:r>
              <a:rPr lang="en-US" b="1" dirty="0"/>
              <a:t>The Anti-Rightist Campaign (1957)</a:t>
            </a:r>
          </a:p>
          <a:p>
            <a:r>
              <a:rPr lang="en-US" dirty="0"/>
              <a:t>The campaign's aftermath marked a dramatic shift:</a:t>
            </a:r>
          </a:p>
          <a:p>
            <a:r>
              <a:rPr lang="en-US" b="1" dirty="0"/>
              <a:t>Reversal of Policy</a:t>
            </a:r>
            <a:r>
              <a:rPr lang="en-US" dirty="0"/>
              <a:t>: Mao and the Communist Party responded to the criticisms by labeling them as "bourgeois" and "counter-revolutionary."</a:t>
            </a:r>
          </a:p>
          <a:p>
            <a:r>
              <a:rPr lang="en-US" b="1" dirty="0"/>
              <a:t>Crackdown on Dissent</a:t>
            </a:r>
            <a:r>
              <a:rPr lang="en-US" dirty="0"/>
              <a:t>: Mao launched the </a:t>
            </a:r>
            <a:r>
              <a:rPr lang="en-US" b="1" dirty="0"/>
              <a:t>Anti-Rightist Campaign</a:t>
            </a:r>
            <a:r>
              <a:rPr lang="en-US" dirty="0"/>
              <a:t>, targeting those who had been most vocal during the Hundred Flowers period.</a:t>
            </a:r>
          </a:p>
          <a:p>
            <a:r>
              <a:rPr lang="en-US" b="1" dirty="0"/>
              <a:t>Persecution of Intellectuals</a:t>
            </a:r>
            <a:r>
              <a:rPr lang="en-US" dirty="0"/>
              <a:t>:</a:t>
            </a:r>
          </a:p>
          <a:p>
            <a:pPr lvl="1"/>
            <a:r>
              <a:rPr lang="en-US" dirty="0"/>
              <a:t>Hundreds of thousands of intellectuals, party members, and citizens were labeled "Rightists."</a:t>
            </a:r>
          </a:p>
          <a:p>
            <a:pPr lvl="1"/>
            <a:r>
              <a:rPr lang="en-US" dirty="0"/>
              <a:t>Many were purged from their positions, sent to labor camps, or subjected to public humiliation and re-education.</a:t>
            </a:r>
          </a:p>
          <a:p>
            <a:pPr lvl="1"/>
            <a:r>
              <a:rPr lang="en-US" dirty="0"/>
              <a:t>The campaign extended into rural areas, affecting ordinary citizens who had spoken out.</a:t>
            </a:r>
          </a:p>
          <a:p>
            <a:r>
              <a:rPr lang="en-US" b="1" dirty="0"/>
              <a:t>Consequences</a:t>
            </a:r>
          </a:p>
          <a:p>
            <a:r>
              <a:rPr lang="en-US" b="1" dirty="0"/>
              <a:t>Suppression of Dissent</a:t>
            </a:r>
            <a:r>
              <a:rPr lang="en-US" dirty="0"/>
              <a:t>: The campaign effectively silenced political criticism and fostered an atmosphere of fear and compliance.</a:t>
            </a:r>
          </a:p>
          <a:p>
            <a:r>
              <a:rPr lang="en-US" b="1" dirty="0"/>
              <a:t>Impact on Intellectuals</a:t>
            </a:r>
            <a:r>
              <a:rPr lang="en-US" dirty="0"/>
              <a:t>: The intellectual community was devastated, with many losing faith in the Communist Party or retreating into silence.</a:t>
            </a:r>
          </a:p>
          <a:p>
            <a:r>
              <a:rPr lang="en-US" b="1" dirty="0"/>
              <a:t>Mao's Consolidation of Power</a:t>
            </a:r>
            <a:r>
              <a:rPr lang="en-US" dirty="0"/>
              <a:t>: The campaign solidified Mao's authority and set a precedent for intolerance of dissent.</a:t>
            </a:r>
          </a:p>
          <a:p>
            <a:r>
              <a:rPr lang="en-US" b="1" dirty="0"/>
              <a:t>Long-term Effects</a:t>
            </a:r>
            <a:r>
              <a:rPr lang="en-US" dirty="0"/>
              <a:t>:</a:t>
            </a:r>
          </a:p>
          <a:p>
            <a:pPr lvl="1"/>
            <a:r>
              <a:rPr lang="en-US" dirty="0"/>
              <a:t>Intellectual and cultural stagnation persisted, as the fear of speaking out stifled innovation and debate.</a:t>
            </a:r>
          </a:p>
          <a:p>
            <a:pPr lvl="1"/>
            <a:r>
              <a:rPr lang="en-US" dirty="0"/>
              <a:t>The events set the stage for the more radical policies of the Great Leap Forward (1958–1962) and the Cultural Revolution (1966–1976).</a:t>
            </a:r>
          </a:p>
          <a:p>
            <a:r>
              <a:rPr lang="en-US" b="1" dirty="0"/>
              <a:t>Legacy</a:t>
            </a:r>
          </a:p>
          <a:p>
            <a:r>
              <a:rPr lang="en-US" dirty="0"/>
              <a:t>The "Let a Hundred Flowers Bloom" campaign is often viewed as a cautionary tale about the risks of encouraging free speech in an authoritarian state. While it initially appeared to be a move toward openness, it ultimately exposed Mao's unwillingness to tolerate criticism and underscored the dangers of dissent in a highly centralized political system.</a:t>
            </a:r>
          </a:p>
          <a:p>
            <a:endParaRPr lang="en-US" dirty="0"/>
          </a:p>
          <a:p>
            <a:endParaRPr lang="en-US" dirty="0"/>
          </a:p>
        </p:txBody>
      </p:sp>
      <p:sp>
        <p:nvSpPr>
          <p:cNvPr id="4" name="Slide Number Placeholder 3"/>
          <p:cNvSpPr>
            <a:spLocks noGrp="1"/>
          </p:cNvSpPr>
          <p:nvPr>
            <p:ph type="sldNum" sz="quarter" idx="5"/>
          </p:nvPr>
        </p:nvSpPr>
        <p:spPr/>
        <p:txBody>
          <a:bodyPr/>
          <a:lstStyle/>
          <a:p>
            <a:fld id="{D70B9087-5F15-4291-84FD-2EC196C97CAE}" type="slidenum">
              <a:rPr lang="en-US" altLang="en-US" smtClean="0"/>
              <a:pPr/>
              <a:t>22</a:t>
            </a:fld>
            <a:endParaRPr lang="en-US" altLang="en-US"/>
          </a:p>
        </p:txBody>
      </p:sp>
    </p:spTree>
    <p:extLst>
      <p:ext uri="{BB962C8B-B14F-4D97-AF65-F5344CB8AC3E}">
        <p14:creationId xmlns:p14="http://schemas.microsoft.com/office/powerpoint/2010/main" val="25109226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b="1" dirty="0"/>
              <a:t>"Let a Hundred Flowers Bloom" campaign</a:t>
            </a:r>
            <a:r>
              <a:rPr lang="en-US" dirty="0"/>
              <a:t> (1956–1957) was a brief period in the People's Republic of China during which the Communist Party, under Mao Zedong, encouraged open expression and criticism of the government and its policies. The campaign's name was inspired by the phrase "Let a hundred flowers bloom and a hundred schools of thought contend," which Mao borrowed from Chinese classical literature to promote intellectual and cultural diversity. However, its aftermath took a darker turn, leading to the suppression of dissent and the persecution of intellectuals.</a:t>
            </a:r>
          </a:p>
          <a:p>
            <a:r>
              <a:rPr lang="en-US" b="1" dirty="0"/>
              <a:t>Background and Objectives</a:t>
            </a:r>
          </a:p>
          <a:p>
            <a:r>
              <a:rPr lang="en-US" b="1" dirty="0"/>
              <a:t>Post-1956 Context</a:t>
            </a:r>
            <a:r>
              <a:rPr lang="en-US" dirty="0"/>
              <a:t>: The campaign was launched in the wake of widespread unrest in the socialist bloc (e.g., Hungary's anti-Soviet uprising in 1956) and growing dissatisfaction with bureaucratic inefficiencies in China.</a:t>
            </a:r>
          </a:p>
          <a:p>
            <a:r>
              <a:rPr lang="en-US" b="1" dirty="0"/>
              <a:t>Encouragement of Criticism</a:t>
            </a:r>
            <a:r>
              <a:rPr lang="en-US" dirty="0"/>
              <a:t>: Mao called for open discussion and criticism of government policies to address discontent, improve governance, and strengthen socialism.</a:t>
            </a:r>
          </a:p>
          <a:p>
            <a:r>
              <a:rPr lang="en-US" b="1" dirty="0"/>
              <a:t>Strategic Move</a:t>
            </a:r>
            <a:r>
              <a:rPr lang="en-US" dirty="0"/>
              <a:t>: Some historians suggest that Mao initiated the campaign to identify and expose dissenters under the guise of openness.</a:t>
            </a:r>
          </a:p>
          <a:p>
            <a:r>
              <a:rPr lang="en-US" b="1" dirty="0"/>
              <a:t>The Campaign</a:t>
            </a:r>
          </a:p>
          <a:p>
            <a:r>
              <a:rPr lang="en-US" b="1" dirty="0"/>
              <a:t>Intellectual and Cultural Participation</a:t>
            </a:r>
            <a:r>
              <a:rPr lang="en-US" dirty="0"/>
              <a:t>: Intellectuals, writers, and academics were encouraged to voice their opinions. Critical essays, speeches, and discussions flourished in universities, newspapers, and public forums.</a:t>
            </a:r>
          </a:p>
          <a:p>
            <a:r>
              <a:rPr lang="en-US" b="1" dirty="0"/>
              <a:t>Topics of Criticism</a:t>
            </a:r>
            <a:r>
              <a:rPr lang="en-US" dirty="0"/>
              <a:t>: Participants criticized corruption, inefficiency, bureaucracy, heavy-handed policies, and even Mao's leadership.</a:t>
            </a:r>
          </a:p>
          <a:p>
            <a:r>
              <a:rPr lang="en-US" b="1" dirty="0"/>
              <a:t>Temporary Liberalization</a:t>
            </a:r>
            <a:r>
              <a:rPr lang="en-US" dirty="0"/>
              <a:t>: The campaign briefly created an atmosphere of relative freedom of speech, which was unprecedented in Maoist China.</a:t>
            </a:r>
          </a:p>
          <a:p>
            <a:r>
              <a:rPr lang="en-US" b="1" dirty="0"/>
              <a:t>The Anti-Rightist Campaign (1957)</a:t>
            </a:r>
          </a:p>
          <a:p>
            <a:r>
              <a:rPr lang="en-US" dirty="0"/>
              <a:t>The campaign's aftermath marked a dramatic shift:</a:t>
            </a:r>
          </a:p>
          <a:p>
            <a:r>
              <a:rPr lang="en-US" b="1" dirty="0"/>
              <a:t>Reversal of Policy</a:t>
            </a:r>
            <a:r>
              <a:rPr lang="en-US" dirty="0"/>
              <a:t>: Mao and the Communist Party responded to the criticisms by labeling them as "bourgeois" and "counter-revolutionary."</a:t>
            </a:r>
          </a:p>
          <a:p>
            <a:r>
              <a:rPr lang="en-US" b="1" dirty="0"/>
              <a:t>Crackdown on Dissent</a:t>
            </a:r>
            <a:r>
              <a:rPr lang="en-US" dirty="0"/>
              <a:t>: Mao launched the </a:t>
            </a:r>
            <a:r>
              <a:rPr lang="en-US" b="1" dirty="0"/>
              <a:t>Anti-Rightist Campaign</a:t>
            </a:r>
            <a:r>
              <a:rPr lang="en-US" dirty="0"/>
              <a:t>, targeting those who had been most vocal during the Hundred Flowers period.</a:t>
            </a:r>
          </a:p>
          <a:p>
            <a:r>
              <a:rPr lang="en-US" b="1" dirty="0"/>
              <a:t>Persecution of Intellectuals</a:t>
            </a:r>
            <a:r>
              <a:rPr lang="en-US" dirty="0"/>
              <a:t>:</a:t>
            </a:r>
          </a:p>
          <a:p>
            <a:pPr lvl="1"/>
            <a:r>
              <a:rPr lang="en-US" dirty="0"/>
              <a:t>Hundreds of thousands of intellectuals, party members, and citizens were labeled "Rightists."</a:t>
            </a:r>
          </a:p>
          <a:p>
            <a:pPr lvl="1"/>
            <a:r>
              <a:rPr lang="en-US" dirty="0"/>
              <a:t>Many were purged from their positions, sent to labor camps, or subjected to public humiliation and re-education.</a:t>
            </a:r>
          </a:p>
          <a:p>
            <a:pPr lvl="1"/>
            <a:r>
              <a:rPr lang="en-US" dirty="0"/>
              <a:t>The campaign extended into rural areas, affecting ordinary citizens who had spoken out.</a:t>
            </a:r>
          </a:p>
          <a:p>
            <a:r>
              <a:rPr lang="en-US" b="1" dirty="0"/>
              <a:t>Consequences</a:t>
            </a:r>
          </a:p>
          <a:p>
            <a:r>
              <a:rPr lang="en-US" b="1" dirty="0"/>
              <a:t>Suppression of Dissent</a:t>
            </a:r>
            <a:r>
              <a:rPr lang="en-US" dirty="0"/>
              <a:t>: The campaign effectively silenced political criticism and fostered an atmosphere of fear and compliance.</a:t>
            </a:r>
          </a:p>
          <a:p>
            <a:r>
              <a:rPr lang="en-US" b="1" dirty="0"/>
              <a:t>Impact on Intellectuals</a:t>
            </a:r>
            <a:r>
              <a:rPr lang="en-US" dirty="0"/>
              <a:t>: The intellectual community was devastated, with many losing faith in the Communist Party or retreating into silence.</a:t>
            </a:r>
          </a:p>
          <a:p>
            <a:r>
              <a:rPr lang="en-US" b="1" dirty="0"/>
              <a:t>Mao's Consolidation of Power</a:t>
            </a:r>
            <a:r>
              <a:rPr lang="en-US" dirty="0"/>
              <a:t>: The campaign solidified Mao's authority and set a precedent for intolerance of dissent.</a:t>
            </a:r>
          </a:p>
          <a:p>
            <a:r>
              <a:rPr lang="en-US" b="1" dirty="0"/>
              <a:t>Long-term Effects</a:t>
            </a:r>
            <a:r>
              <a:rPr lang="en-US" dirty="0"/>
              <a:t>:</a:t>
            </a:r>
          </a:p>
          <a:p>
            <a:pPr lvl="1"/>
            <a:r>
              <a:rPr lang="en-US" dirty="0"/>
              <a:t>Intellectual and cultural stagnation persisted, as the fear of speaking out stifled innovation and debate.</a:t>
            </a:r>
          </a:p>
          <a:p>
            <a:pPr lvl="1"/>
            <a:r>
              <a:rPr lang="en-US" dirty="0"/>
              <a:t>The events set the stage for the more radical policies of the Great Leap Forward (1958–1962) and the Cultural Revolution (1966–1976).</a:t>
            </a:r>
          </a:p>
          <a:p>
            <a:r>
              <a:rPr lang="en-US" b="1" dirty="0"/>
              <a:t>Legacy</a:t>
            </a:r>
          </a:p>
          <a:p>
            <a:r>
              <a:rPr lang="en-US" dirty="0"/>
              <a:t>The "Let a Hundred Flowers Bloom" campaign is often viewed as a cautionary tale about the risks of encouraging free speech in an authoritarian state. While it initially appeared to be a move toward openness, it ultimately exposed Mao's unwillingness to tolerate criticism and underscored the dangers of dissent in a highly centralized political system.</a:t>
            </a:r>
          </a:p>
          <a:p>
            <a:endParaRPr lang="en-US" dirty="0"/>
          </a:p>
          <a:p>
            <a:endParaRPr lang="en-US" dirty="0"/>
          </a:p>
        </p:txBody>
      </p:sp>
      <p:sp>
        <p:nvSpPr>
          <p:cNvPr id="4" name="Slide Number Placeholder 3"/>
          <p:cNvSpPr>
            <a:spLocks noGrp="1"/>
          </p:cNvSpPr>
          <p:nvPr>
            <p:ph type="sldNum" sz="quarter" idx="5"/>
          </p:nvPr>
        </p:nvSpPr>
        <p:spPr/>
        <p:txBody>
          <a:bodyPr/>
          <a:lstStyle/>
          <a:p>
            <a:fld id="{D70B9087-5F15-4291-84FD-2EC196C97CAE}" type="slidenum">
              <a:rPr lang="en-US" altLang="en-US" smtClean="0"/>
              <a:pPr/>
              <a:t>23</a:t>
            </a:fld>
            <a:endParaRPr lang="en-US" altLang="en-US"/>
          </a:p>
        </p:txBody>
      </p:sp>
    </p:spTree>
    <p:extLst>
      <p:ext uri="{BB962C8B-B14F-4D97-AF65-F5344CB8AC3E}">
        <p14:creationId xmlns:p14="http://schemas.microsoft.com/office/powerpoint/2010/main" val="31361608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b="1" dirty="0"/>
              <a:t>Anti-Rightist Campaign</a:t>
            </a:r>
            <a:r>
              <a:rPr lang="en-US" dirty="0"/>
              <a:t> (1957–1959) resulted in significant persecution, with large-scale detentions, forced labor, and deaths. While exact figures are difficult to verify due to the lack of transparent records, estimates provide a sense of the scale:</a:t>
            </a:r>
          </a:p>
          <a:p>
            <a:r>
              <a:rPr lang="en-US" b="1" dirty="0"/>
              <a:t>Reeducation Camps</a:t>
            </a:r>
          </a:p>
          <a:p>
            <a:r>
              <a:rPr lang="en-US" b="1" dirty="0"/>
              <a:t>Estimates of Victims</a:t>
            </a:r>
            <a:r>
              <a:rPr lang="en-US" dirty="0"/>
              <a:t>:</a:t>
            </a:r>
          </a:p>
          <a:p>
            <a:pPr lvl="1"/>
            <a:r>
              <a:rPr lang="en-US" dirty="0"/>
              <a:t>Around </a:t>
            </a:r>
            <a:r>
              <a:rPr lang="en-US" b="1" dirty="0"/>
              <a:t>550,000 to 1 million people</a:t>
            </a:r>
            <a:r>
              <a:rPr lang="en-US" dirty="0"/>
              <a:t> were labeled as "Rightists" during the campaign.</a:t>
            </a:r>
          </a:p>
          <a:p>
            <a:pPr lvl="1"/>
            <a:r>
              <a:rPr lang="en-US" dirty="0"/>
              <a:t>A significant portion of these individuals were sent to </a:t>
            </a:r>
            <a:r>
              <a:rPr lang="en-US" b="1" dirty="0"/>
              <a:t>reeducation-through-labor camps</a:t>
            </a:r>
            <a:r>
              <a:rPr lang="en-US" dirty="0"/>
              <a:t> (laogai), where they faced harsh conditions and forced labor.</a:t>
            </a:r>
          </a:p>
          <a:p>
            <a:r>
              <a:rPr lang="en-US" b="1" dirty="0"/>
              <a:t>Intellectuals Targeted</a:t>
            </a:r>
            <a:r>
              <a:rPr lang="en-US" dirty="0"/>
              <a:t>: Academics, writers, students, and government officials made up a large percentage of those accused.</a:t>
            </a:r>
          </a:p>
          <a:p>
            <a:r>
              <a:rPr lang="en-US" b="1" dirty="0"/>
              <a:t>Death Toll</a:t>
            </a:r>
          </a:p>
          <a:p>
            <a:r>
              <a:rPr lang="en-US" b="1" dirty="0"/>
              <a:t>Deaths in Camps</a:t>
            </a:r>
            <a:r>
              <a:rPr lang="en-US" dirty="0"/>
              <a:t>: Estimates suggest that </a:t>
            </a:r>
            <a:r>
              <a:rPr lang="en-US" b="1" dirty="0"/>
              <a:t>tens of thousands</a:t>
            </a:r>
            <a:r>
              <a:rPr lang="en-US" dirty="0"/>
              <a:t> of people died in reeducation camps due to:</a:t>
            </a:r>
          </a:p>
          <a:p>
            <a:pPr lvl="1"/>
            <a:r>
              <a:rPr lang="en-US" dirty="0"/>
              <a:t>Harsh labor conditions.</a:t>
            </a:r>
          </a:p>
          <a:p>
            <a:pPr lvl="1"/>
            <a:r>
              <a:rPr lang="en-US" dirty="0"/>
              <a:t>Malnutrition and starvation.</a:t>
            </a:r>
          </a:p>
          <a:p>
            <a:pPr lvl="1"/>
            <a:r>
              <a:rPr lang="en-US" dirty="0"/>
              <a:t>Physical abuse and torture.</a:t>
            </a:r>
          </a:p>
          <a:p>
            <a:r>
              <a:rPr lang="en-US" b="1" dirty="0"/>
              <a:t>Indirect Deaths</a:t>
            </a:r>
            <a:r>
              <a:rPr lang="en-US" dirty="0"/>
              <a:t>: Many died outside camps due to social ostracism, lack of livelihood, or suicide following their persecution.</a:t>
            </a:r>
          </a:p>
          <a:p>
            <a:r>
              <a:rPr lang="en-US" b="1" dirty="0"/>
              <a:t>Overall Death Toll</a:t>
            </a:r>
            <a:r>
              <a:rPr lang="en-US" dirty="0"/>
              <a:t>: While exact numbers vary, some historians estimate the death toll to be in the range of </a:t>
            </a:r>
            <a:r>
              <a:rPr lang="en-US" b="1" dirty="0"/>
              <a:t>100,000 to 200,000</a:t>
            </a:r>
            <a:r>
              <a:rPr lang="en-US" dirty="0"/>
              <a:t> as a result of direct and indirect consequences of the campaign.</a:t>
            </a:r>
          </a:p>
          <a:p>
            <a:r>
              <a:rPr lang="en-US" b="1" dirty="0"/>
              <a:t>Impact</a:t>
            </a:r>
          </a:p>
          <a:p>
            <a:r>
              <a:rPr lang="en-US" dirty="0"/>
              <a:t>The campaign devastated China's intellectual and professional classes, silenced dissent for decades, and established an atmosphere of fear and repression that persisted through Mao's later policies, such as the Great Leap Forward and the Cultural Revolution.</a:t>
            </a:r>
          </a:p>
          <a:p>
            <a:r>
              <a:rPr lang="en-US" dirty="0"/>
              <a:t>4o</a:t>
            </a:r>
          </a:p>
          <a:p>
            <a:br>
              <a:rPr lang="en-US" dirty="0"/>
            </a:br>
            <a:endParaRPr lang="en-US" dirty="0"/>
          </a:p>
          <a:p>
            <a:endParaRPr lang="en-US" dirty="0"/>
          </a:p>
        </p:txBody>
      </p:sp>
      <p:sp>
        <p:nvSpPr>
          <p:cNvPr id="4" name="Slide Number Placeholder 3"/>
          <p:cNvSpPr>
            <a:spLocks noGrp="1"/>
          </p:cNvSpPr>
          <p:nvPr>
            <p:ph type="sldNum" sz="quarter" idx="5"/>
          </p:nvPr>
        </p:nvSpPr>
        <p:spPr/>
        <p:txBody>
          <a:bodyPr/>
          <a:lstStyle/>
          <a:p>
            <a:fld id="{D70B9087-5F15-4291-84FD-2EC196C97CAE}" type="slidenum">
              <a:rPr lang="en-US" altLang="en-US" smtClean="0"/>
              <a:pPr/>
              <a:t>24</a:t>
            </a:fld>
            <a:endParaRPr lang="en-US" altLang="en-US"/>
          </a:p>
        </p:txBody>
      </p:sp>
    </p:spTree>
    <p:extLst>
      <p:ext uri="{BB962C8B-B14F-4D97-AF65-F5344CB8AC3E}">
        <p14:creationId xmlns:p14="http://schemas.microsoft.com/office/powerpoint/2010/main" val="10941562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b="1" dirty="0"/>
              <a:t>Great Leap Forward</a:t>
            </a:r>
            <a:r>
              <a:rPr lang="en-US" dirty="0"/>
              <a:t> (1958–1962) was a radical economic and social campaign led by Mao Zedong, aiming to transform China into a major industrial power while simultaneously achieving agricultural self-sufficiency. It marked one of the most ambitious and catastrophic periods in Chinese history, resulting in widespread famine, economic collapse, and millions of deaths.</a:t>
            </a:r>
          </a:p>
          <a:p>
            <a:r>
              <a:rPr lang="en-US" b="1" dirty="0"/>
              <a:t>Goals of the Great Leap Forward</a:t>
            </a:r>
          </a:p>
          <a:p>
            <a:r>
              <a:rPr lang="en-US" b="1" dirty="0"/>
              <a:t>Industrialization</a:t>
            </a:r>
            <a:r>
              <a:rPr lang="en-US" dirty="0"/>
              <a:t>:</a:t>
            </a:r>
          </a:p>
          <a:p>
            <a:pPr lvl="1"/>
            <a:r>
              <a:rPr lang="en-US" dirty="0"/>
              <a:t>Rapidly increase steel production to catch up with Western industrial powers.</a:t>
            </a:r>
          </a:p>
          <a:p>
            <a:pPr lvl="1"/>
            <a:r>
              <a:rPr lang="en-US" dirty="0"/>
              <a:t>Establish backyard furnaces in rural areas to produce steel, often of poor quality.</a:t>
            </a:r>
          </a:p>
          <a:p>
            <a:r>
              <a:rPr lang="en-US" b="1" dirty="0"/>
              <a:t>Agricultural Modernization</a:t>
            </a:r>
            <a:r>
              <a:rPr lang="en-US" dirty="0"/>
              <a:t>:</a:t>
            </a:r>
          </a:p>
          <a:p>
            <a:pPr lvl="1"/>
            <a:r>
              <a:rPr lang="en-US" dirty="0"/>
              <a:t>Implement collectivization through People's Communes.</a:t>
            </a:r>
          </a:p>
          <a:p>
            <a:pPr lvl="1"/>
            <a:r>
              <a:rPr lang="en-US" dirty="0"/>
              <a:t>Experiment with unscientific agricultural methods, like close-planting and deep plowing, promoted by Soviet-inspired </a:t>
            </a:r>
            <a:r>
              <a:rPr lang="en-US" dirty="0" err="1"/>
              <a:t>Lysenkoist</a:t>
            </a:r>
            <a:r>
              <a:rPr lang="en-US" dirty="0"/>
              <a:t> theories.</a:t>
            </a:r>
          </a:p>
          <a:p>
            <a:r>
              <a:rPr lang="en-US" b="1" dirty="0"/>
              <a:t>Self-Reliance</a:t>
            </a:r>
            <a:r>
              <a:rPr lang="en-US" dirty="0"/>
              <a:t>:</a:t>
            </a:r>
          </a:p>
          <a:p>
            <a:pPr lvl="1"/>
            <a:r>
              <a:rPr lang="en-US" dirty="0"/>
              <a:t>Decentralize industrial and agricultural production to local levels.</a:t>
            </a:r>
          </a:p>
          <a:p>
            <a:r>
              <a:rPr lang="en-US" b="1" dirty="0"/>
              <a:t>Policies and Implementation</a:t>
            </a:r>
          </a:p>
          <a:p>
            <a:r>
              <a:rPr lang="en-US" b="1" dirty="0"/>
              <a:t>People’s Communes</a:t>
            </a:r>
            <a:r>
              <a:rPr lang="en-US" dirty="0"/>
              <a:t>:</a:t>
            </a:r>
          </a:p>
          <a:p>
            <a:pPr lvl="1"/>
            <a:r>
              <a:rPr lang="en-US" dirty="0"/>
              <a:t>Tens of thousands of households were grouped into communes, erasing traditional family structures.</a:t>
            </a:r>
          </a:p>
          <a:p>
            <a:pPr lvl="1"/>
            <a:r>
              <a:rPr lang="en-US" dirty="0"/>
              <a:t>Communes controlled all aspects of life, including farming, dining, and labor allocation.</a:t>
            </a:r>
          </a:p>
          <a:p>
            <a:r>
              <a:rPr lang="en-US" b="1" dirty="0"/>
              <a:t>Backyard Steel Campaign</a:t>
            </a:r>
            <a:r>
              <a:rPr lang="en-US" dirty="0"/>
              <a:t>:</a:t>
            </a:r>
          </a:p>
          <a:p>
            <a:pPr lvl="1"/>
            <a:r>
              <a:rPr lang="en-US" dirty="0"/>
              <a:t>Families and villages were encouraged to build small furnaces, diverting manpower from agriculture.</a:t>
            </a:r>
          </a:p>
          <a:p>
            <a:pPr lvl="1"/>
            <a:r>
              <a:rPr lang="en-US" dirty="0"/>
              <a:t>Much of the steel produced was unusable.</a:t>
            </a:r>
          </a:p>
          <a:p>
            <a:r>
              <a:rPr lang="en-US" b="1" dirty="0"/>
              <a:t>Inflated Reporting</a:t>
            </a:r>
            <a:r>
              <a:rPr lang="en-US" dirty="0"/>
              <a:t>:</a:t>
            </a:r>
          </a:p>
          <a:p>
            <a:pPr lvl="1"/>
            <a:r>
              <a:rPr lang="en-US" dirty="0"/>
              <a:t>Local officials, fearing punishment for poor performance, exaggerated production numbers.</a:t>
            </a:r>
          </a:p>
          <a:p>
            <a:pPr lvl="1"/>
            <a:r>
              <a:rPr lang="en-US" dirty="0"/>
              <a:t>These inflated figures led to unrealistic grain quotas and severe shortages for rural populations.</a:t>
            </a:r>
          </a:p>
          <a:p>
            <a:r>
              <a:rPr lang="en-US" b="1" dirty="0"/>
              <a:t>Consequences</a:t>
            </a:r>
          </a:p>
          <a:p>
            <a:r>
              <a:rPr lang="en-US" b="1" dirty="0"/>
              <a:t>Famine</a:t>
            </a:r>
          </a:p>
          <a:p>
            <a:r>
              <a:rPr lang="en-US" b="1" dirty="0"/>
              <a:t>Scale</a:t>
            </a:r>
            <a:r>
              <a:rPr lang="en-US" dirty="0"/>
              <a:t>: The Great Chinese Famine (1959–1961) was one of the worst in human history.</a:t>
            </a:r>
          </a:p>
          <a:p>
            <a:r>
              <a:rPr lang="en-US" b="1" dirty="0"/>
              <a:t>Death Toll</a:t>
            </a:r>
            <a:r>
              <a:rPr lang="en-US" dirty="0"/>
              <a:t>:</a:t>
            </a:r>
          </a:p>
          <a:p>
            <a:pPr lvl="1"/>
            <a:r>
              <a:rPr lang="en-US" dirty="0"/>
              <a:t>Estimates range from </a:t>
            </a:r>
            <a:r>
              <a:rPr lang="en-US" b="1" dirty="0"/>
              <a:t>15 million to 45 million deaths</a:t>
            </a:r>
            <a:r>
              <a:rPr lang="en-US" dirty="0"/>
              <a:t> due to starvation, disease, and malnutrition.</a:t>
            </a:r>
          </a:p>
          <a:p>
            <a:pPr lvl="1"/>
            <a:r>
              <a:rPr lang="en-US" dirty="0"/>
              <a:t>Many deaths were caused by policies that prioritized grain exports and urban supplies over rural needs.</a:t>
            </a:r>
          </a:p>
          <a:p>
            <a:r>
              <a:rPr lang="en-US" b="1" dirty="0"/>
              <a:t>Rural Suffering</a:t>
            </a:r>
            <a:r>
              <a:rPr lang="en-US" dirty="0"/>
              <a:t>:</a:t>
            </a:r>
          </a:p>
          <a:p>
            <a:pPr lvl="1"/>
            <a:r>
              <a:rPr lang="en-US" dirty="0"/>
              <a:t>Farmers were left without food while grain rotted in government storage due to inflated reports of surplus.</a:t>
            </a:r>
          </a:p>
          <a:p>
            <a:pPr lvl="1"/>
            <a:r>
              <a:rPr lang="en-US" dirty="0"/>
              <a:t>Acts of desperation, including theft, cannibalism, and migration, were common in famine-stricken areas.</a:t>
            </a:r>
          </a:p>
          <a:p>
            <a:r>
              <a:rPr lang="en-US" b="1" dirty="0"/>
              <a:t>Economic Collapse</a:t>
            </a:r>
          </a:p>
          <a:p>
            <a:r>
              <a:rPr lang="en-US" b="1" dirty="0"/>
              <a:t>Decline in Agriculture and Industry</a:t>
            </a:r>
            <a:r>
              <a:rPr lang="en-US" dirty="0"/>
              <a:t>:</a:t>
            </a:r>
          </a:p>
          <a:p>
            <a:pPr lvl="1"/>
            <a:r>
              <a:rPr lang="en-US" dirty="0"/>
              <a:t>Agricultural production plummeted due to mismanagement, labor shortages, and flawed farming techniques.</a:t>
            </a:r>
          </a:p>
          <a:p>
            <a:pPr lvl="1"/>
            <a:r>
              <a:rPr lang="en-US" dirty="0"/>
              <a:t>Industrial gains were minimal, and the backyard steel campaign wasted resources and labor.</a:t>
            </a:r>
          </a:p>
          <a:p>
            <a:r>
              <a:rPr lang="en-US" b="1" dirty="0"/>
              <a:t>Reversal of Policies</a:t>
            </a:r>
            <a:r>
              <a:rPr lang="en-US" dirty="0"/>
              <a:t>:</a:t>
            </a:r>
          </a:p>
          <a:p>
            <a:pPr lvl="1"/>
            <a:r>
              <a:rPr lang="en-US" dirty="0"/>
              <a:t>By 1961, Mao’s colleagues, including Liu Shaoqi and Deng Xiaoping, initiated reforms to dismantle communes and restore private farming.</a:t>
            </a:r>
          </a:p>
          <a:p>
            <a:r>
              <a:rPr lang="en-US" b="1" dirty="0"/>
              <a:t>Political Fallout</a:t>
            </a:r>
          </a:p>
          <a:p>
            <a:r>
              <a:rPr lang="en-US" b="1" dirty="0"/>
              <a:t>Mao's Decline</a:t>
            </a:r>
            <a:r>
              <a:rPr lang="en-US" dirty="0"/>
              <a:t>:</a:t>
            </a:r>
          </a:p>
          <a:p>
            <a:pPr lvl="1"/>
            <a:r>
              <a:rPr lang="en-US" dirty="0"/>
              <a:t>The campaign’s failure diminished Mao’s influence within the Communist Party.</a:t>
            </a:r>
          </a:p>
          <a:p>
            <a:pPr lvl="1"/>
            <a:r>
              <a:rPr lang="en-US" dirty="0"/>
              <a:t>More pragmatic leaders, like Liu Shaoqi and Deng Xiaoping, took charge of recovery efforts.</a:t>
            </a:r>
          </a:p>
          <a:p>
            <a:r>
              <a:rPr lang="en-US" b="1" dirty="0"/>
              <a:t>Internal Power Struggles</a:t>
            </a:r>
            <a:r>
              <a:rPr lang="en-US" dirty="0"/>
              <a:t>:</a:t>
            </a:r>
          </a:p>
          <a:p>
            <a:pPr lvl="1"/>
            <a:r>
              <a:rPr lang="en-US" dirty="0"/>
              <a:t>Mao eventually regained power during the </a:t>
            </a:r>
            <a:r>
              <a:rPr lang="en-US" b="1" dirty="0"/>
              <a:t>Cultural Revolution</a:t>
            </a:r>
            <a:r>
              <a:rPr lang="en-US" dirty="0"/>
              <a:t> (1966–1976), partly to reassert his ideology and purge his critics.</a:t>
            </a:r>
          </a:p>
          <a:p>
            <a:r>
              <a:rPr lang="en-US" b="1" dirty="0"/>
              <a:t>Legacy</a:t>
            </a:r>
          </a:p>
          <a:p>
            <a:r>
              <a:rPr lang="en-US" b="1" dirty="0"/>
              <a:t>Humanitarian Impact</a:t>
            </a:r>
            <a:r>
              <a:rPr lang="en-US" dirty="0"/>
              <a:t>:</a:t>
            </a:r>
          </a:p>
          <a:p>
            <a:pPr lvl="1"/>
            <a:r>
              <a:rPr lang="en-US" dirty="0"/>
              <a:t>The famine and suffering left a lasting trauma on Chinese society, particularly in rural areas.</a:t>
            </a:r>
          </a:p>
          <a:p>
            <a:r>
              <a:rPr lang="en-US" b="1" dirty="0"/>
              <a:t>Economic Lessons</a:t>
            </a:r>
            <a:r>
              <a:rPr lang="en-US" dirty="0"/>
              <a:t>:</a:t>
            </a:r>
          </a:p>
          <a:p>
            <a:pPr lvl="1"/>
            <a:r>
              <a:rPr lang="en-US" dirty="0"/>
              <a:t>Exposed the dangers of centralized planning, ideological fanaticism, and ignoring scientific and economic realities.</a:t>
            </a:r>
          </a:p>
          <a:p>
            <a:r>
              <a:rPr lang="en-US" b="1" dirty="0"/>
              <a:t>Mao’s Ideological Shift</a:t>
            </a:r>
            <a:r>
              <a:rPr lang="en-US" dirty="0"/>
              <a:t>:</a:t>
            </a:r>
          </a:p>
          <a:p>
            <a:pPr lvl="1"/>
            <a:r>
              <a:rPr lang="en-US" dirty="0"/>
              <a:t>Despite the failure, Mao doubled down on revolutionary ideals, leading to further upheavals in the Cultural Revolution.</a:t>
            </a:r>
          </a:p>
          <a:p>
            <a:r>
              <a:rPr lang="en-US" dirty="0"/>
              <a:t>The Great Leap Forward remains a stark reminder of the devastating consequences of poorly conceived policies and unchecked political power.</a:t>
            </a:r>
          </a:p>
          <a:p>
            <a:r>
              <a:rPr lang="en-US" dirty="0"/>
              <a:t>4o</a:t>
            </a:r>
          </a:p>
          <a:p>
            <a:endParaRPr lang="en-US" dirty="0"/>
          </a:p>
        </p:txBody>
      </p:sp>
      <p:sp>
        <p:nvSpPr>
          <p:cNvPr id="4" name="Slide Number Placeholder 3"/>
          <p:cNvSpPr>
            <a:spLocks noGrp="1"/>
          </p:cNvSpPr>
          <p:nvPr>
            <p:ph type="sldNum" sz="quarter" idx="5"/>
          </p:nvPr>
        </p:nvSpPr>
        <p:spPr/>
        <p:txBody>
          <a:bodyPr/>
          <a:lstStyle/>
          <a:p>
            <a:fld id="{D70B9087-5F15-4291-84FD-2EC196C97CAE}" type="slidenum">
              <a:rPr lang="en-US" altLang="en-US" smtClean="0"/>
              <a:pPr/>
              <a:t>26</a:t>
            </a:fld>
            <a:endParaRPr lang="en-US" altLang="en-US"/>
          </a:p>
        </p:txBody>
      </p:sp>
    </p:spTree>
    <p:extLst>
      <p:ext uri="{BB962C8B-B14F-4D97-AF65-F5344CB8AC3E}">
        <p14:creationId xmlns:p14="http://schemas.microsoft.com/office/powerpoint/2010/main" val="31610208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experimental farming techniques implemented during the </a:t>
            </a:r>
            <a:r>
              <a:rPr lang="en-US" b="1" dirty="0"/>
              <a:t>Great Leap Forward</a:t>
            </a:r>
            <a:r>
              <a:rPr lang="en-US" dirty="0"/>
              <a:t> were driven by ideological enthusiasm rather than scientific rigor. Mao Zedong and the Communist Party promoted these methods as part of their efforts to dramatically increase agricultural productivity. However, the techniques were largely based on flawed theories and poor understanding of agricultural science, resulting in widespread crop failures. Key methods included:</a:t>
            </a:r>
          </a:p>
          <a:p>
            <a:r>
              <a:rPr lang="en-US" b="1" dirty="0"/>
              <a:t>1. Close Planting</a:t>
            </a:r>
          </a:p>
          <a:p>
            <a:r>
              <a:rPr lang="en-US" b="1" dirty="0"/>
              <a:t>The Theory</a:t>
            </a:r>
            <a:r>
              <a:rPr lang="en-US" dirty="0"/>
              <a:t>: Mao promoted the idea that plants of the same species would not compete with each other for nutrients, water, and sunlight. Officials were instructed to plant seeds much closer together than normal.</a:t>
            </a:r>
          </a:p>
          <a:p>
            <a:r>
              <a:rPr lang="en-US" b="1" dirty="0"/>
              <a:t>The Reality</a:t>
            </a:r>
            <a:r>
              <a:rPr lang="en-US" dirty="0"/>
              <a:t>:</a:t>
            </a:r>
          </a:p>
          <a:p>
            <a:pPr lvl="1"/>
            <a:r>
              <a:rPr lang="en-US" dirty="0"/>
              <a:t>Overcrowded crops stunted each other’s growth.</a:t>
            </a:r>
          </a:p>
          <a:p>
            <a:pPr lvl="1"/>
            <a:r>
              <a:rPr lang="en-US" dirty="0"/>
              <a:t>Plants lacked sufficient sunlight, water, and nutrients to thrive.</a:t>
            </a:r>
          </a:p>
          <a:p>
            <a:pPr lvl="1"/>
            <a:r>
              <a:rPr lang="en-US" dirty="0"/>
              <a:t>Yields were drastically reduced, leading to widespread food shortages.</a:t>
            </a:r>
          </a:p>
          <a:p>
            <a:r>
              <a:rPr lang="en-US" b="1" dirty="0"/>
              <a:t>2. Deep Plowing</a:t>
            </a:r>
          </a:p>
          <a:p>
            <a:r>
              <a:rPr lang="en-US" b="1" dirty="0"/>
              <a:t>The Theory</a:t>
            </a:r>
            <a:r>
              <a:rPr lang="en-US" dirty="0"/>
              <a:t>: Deep plowing, often up to 2 meters, was thought to loosen the soil and allow crops to access deeper, nutrient-rich layers.</a:t>
            </a:r>
          </a:p>
          <a:p>
            <a:r>
              <a:rPr lang="en-US" b="1" dirty="0"/>
              <a:t>The Reality</a:t>
            </a:r>
            <a:r>
              <a:rPr lang="en-US" dirty="0"/>
              <a:t>:</a:t>
            </a:r>
          </a:p>
          <a:p>
            <a:pPr lvl="1"/>
            <a:r>
              <a:rPr lang="en-US" dirty="0"/>
              <a:t>The practice disrupted the soil structure and damaged root systems.</a:t>
            </a:r>
          </a:p>
          <a:p>
            <a:pPr lvl="1"/>
            <a:r>
              <a:rPr lang="en-US" dirty="0"/>
              <a:t>The overuse of labor and resources for deep plowing reduced time and energy for other agricultural tasks.</a:t>
            </a:r>
          </a:p>
          <a:p>
            <a:pPr lvl="1"/>
            <a:r>
              <a:rPr lang="en-US" dirty="0"/>
              <a:t>Crops failed due to improper soil conditions.</a:t>
            </a:r>
          </a:p>
          <a:p>
            <a:r>
              <a:rPr lang="en-US" b="1" dirty="0"/>
              <a:t>3. Lysenkoism</a:t>
            </a:r>
          </a:p>
          <a:p>
            <a:r>
              <a:rPr lang="en-US" b="1" dirty="0"/>
              <a:t>Background</a:t>
            </a:r>
            <a:r>
              <a:rPr lang="en-US" dirty="0"/>
              <a:t>: Mao adopted ideas from Soviet agronomist </a:t>
            </a:r>
            <a:r>
              <a:rPr lang="en-US" dirty="0" err="1"/>
              <a:t>Trofim</a:t>
            </a:r>
            <a:r>
              <a:rPr lang="en-US" dirty="0"/>
              <a:t> Lysenko, whose theories were based on pseudoscience.</a:t>
            </a:r>
          </a:p>
          <a:p>
            <a:r>
              <a:rPr lang="en-US" b="1" dirty="0"/>
              <a:t>Practices</a:t>
            </a:r>
            <a:r>
              <a:rPr lang="en-US" dirty="0"/>
              <a:t>:</a:t>
            </a:r>
          </a:p>
          <a:p>
            <a:pPr lvl="1"/>
            <a:r>
              <a:rPr lang="en-US" dirty="0"/>
              <a:t>Vernalization: Belief that exposing seeds to cold would increase yields.</a:t>
            </a:r>
          </a:p>
          <a:p>
            <a:pPr lvl="1"/>
            <a:r>
              <a:rPr lang="en-US" dirty="0"/>
              <a:t>Suppression of "pests": Attempts to eliminate sparrows (seen as grain-eating pests) led to ecological imbalances, causing a rise in insect populations that destroyed crops.</a:t>
            </a:r>
          </a:p>
          <a:p>
            <a:r>
              <a:rPr lang="en-US" b="1" dirty="0"/>
              <a:t>The Impact</a:t>
            </a:r>
            <a:r>
              <a:rPr lang="en-US" dirty="0"/>
              <a:t>:</a:t>
            </a:r>
          </a:p>
          <a:p>
            <a:pPr lvl="1"/>
            <a:r>
              <a:rPr lang="en-US" dirty="0" err="1"/>
              <a:t>Lysenkoist</a:t>
            </a:r>
            <a:r>
              <a:rPr lang="en-US" dirty="0"/>
              <a:t> methods often disregarded established agricultural science.</a:t>
            </a:r>
          </a:p>
          <a:p>
            <a:pPr lvl="1"/>
            <a:r>
              <a:rPr lang="en-US" dirty="0"/>
              <a:t>They exacerbated crop failures rather than improving yields.</a:t>
            </a:r>
          </a:p>
          <a:p>
            <a:r>
              <a:rPr lang="en-US" b="1" dirty="0"/>
              <a:t>4. Irrigation and Water Conservation Projects</a:t>
            </a:r>
          </a:p>
          <a:p>
            <a:r>
              <a:rPr lang="en-US" b="1" dirty="0"/>
              <a:t>The Theory</a:t>
            </a:r>
            <a:r>
              <a:rPr lang="en-US" dirty="0"/>
              <a:t>: Large-scale irrigation and water management projects would maximize agricultural output.</a:t>
            </a:r>
          </a:p>
          <a:p>
            <a:r>
              <a:rPr lang="en-US" b="1" dirty="0"/>
              <a:t>The Reality</a:t>
            </a:r>
            <a:r>
              <a:rPr lang="en-US" dirty="0"/>
              <a:t>:</a:t>
            </a:r>
          </a:p>
          <a:p>
            <a:pPr lvl="1"/>
            <a:r>
              <a:rPr lang="en-US" dirty="0"/>
              <a:t>Many irrigation systems were poorly planned and built hastily with unskilled labor.</a:t>
            </a:r>
          </a:p>
          <a:p>
            <a:pPr lvl="1"/>
            <a:r>
              <a:rPr lang="en-US" dirty="0"/>
              <a:t>Projects often resulted in waterlogging, salinization of the soil, or ineffective distribution of water.</a:t>
            </a:r>
          </a:p>
          <a:p>
            <a:r>
              <a:rPr lang="en-US" b="1" dirty="0"/>
              <a:t>5. Forced Diversification</a:t>
            </a:r>
          </a:p>
          <a:p>
            <a:r>
              <a:rPr lang="en-US" b="1" dirty="0"/>
              <a:t>The Theory</a:t>
            </a:r>
            <a:r>
              <a:rPr lang="en-US" dirty="0"/>
              <a:t>: Farmers were instructed to grow multiple crops on the same land to increase productivity and reduce dependency on a single crop.</a:t>
            </a:r>
          </a:p>
          <a:p>
            <a:r>
              <a:rPr lang="en-US" b="1" dirty="0"/>
              <a:t>The Reality</a:t>
            </a:r>
            <a:r>
              <a:rPr lang="en-US" dirty="0"/>
              <a:t>:</a:t>
            </a:r>
          </a:p>
          <a:p>
            <a:pPr lvl="1"/>
            <a:r>
              <a:rPr lang="en-US" dirty="0"/>
              <a:t>Crops with incompatible growing requirements were planted together.</a:t>
            </a:r>
          </a:p>
          <a:p>
            <a:pPr lvl="1"/>
            <a:r>
              <a:rPr lang="en-US" dirty="0"/>
              <a:t>This led to resource competition and reduced yields for all crops.</a:t>
            </a:r>
          </a:p>
          <a:p>
            <a:r>
              <a:rPr lang="en-US" b="1" dirty="0"/>
              <a:t>Consequences</a:t>
            </a:r>
          </a:p>
          <a:p>
            <a:r>
              <a:rPr lang="en-US" dirty="0"/>
              <a:t>The implementation of these techniques, combined with exaggerated production quotas and mismanagement, directly contributed to the catastrophic failure of agricultural production.</a:t>
            </a:r>
          </a:p>
          <a:p>
            <a:r>
              <a:rPr lang="en-US" dirty="0"/>
              <a:t>Officials, fearing punishment for underperformance, inflated grain output reports, leading to excessive grain requisitioning and further exacerbating the famine.</a:t>
            </a:r>
          </a:p>
          <a:p>
            <a:r>
              <a:rPr lang="en-US" dirty="0"/>
              <a:t>The famine during the Great Leap Forward claimed an estimated </a:t>
            </a:r>
            <a:r>
              <a:rPr lang="en-US" b="1" dirty="0"/>
              <a:t>15 to 45 million lives</a:t>
            </a:r>
            <a:r>
              <a:rPr lang="en-US" dirty="0"/>
              <a:t>, making it one of the deadliest man-made disasters in history.</a:t>
            </a:r>
          </a:p>
          <a:p>
            <a:r>
              <a:rPr lang="en-US" dirty="0"/>
              <a:t>These experimental techniques highlight the dangers of prioritizing political ideology over empirical science and practical expertise.</a:t>
            </a:r>
          </a:p>
          <a:p>
            <a:r>
              <a:rPr lang="en-US" dirty="0"/>
              <a:t>4o</a:t>
            </a:r>
          </a:p>
          <a:p>
            <a:endParaRPr lang="en-US" dirty="0"/>
          </a:p>
        </p:txBody>
      </p:sp>
      <p:sp>
        <p:nvSpPr>
          <p:cNvPr id="4" name="Slide Number Placeholder 3"/>
          <p:cNvSpPr>
            <a:spLocks noGrp="1"/>
          </p:cNvSpPr>
          <p:nvPr>
            <p:ph type="sldNum" sz="quarter" idx="5"/>
          </p:nvPr>
        </p:nvSpPr>
        <p:spPr/>
        <p:txBody>
          <a:bodyPr/>
          <a:lstStyle/>
          <a:p>
            <a:fld id="{D70B9087-5F15-4291-84FD-2EC196C97CAE}" type="slidenum">
              <a:rPr lang="en-US" altLang="en-US" smtClean="0"/>
              <a:pPr/>
              <a:t>27</a:t>
            </a:fld>
            <a:endParaRPr lang="en-US" altLang="en-US"/>
          </a:p>
        </p:txBody>
      </p:sp>
    </p:spTree>
    <p:extLst>
      <p:ext uri="{BB962C8B-B14F-4D97-AF65-F5344CB8AC3E}">
        <p14:creationId xmlns:p14="http://schemas.microsoft.com/office/powerpoint/2010/main" val="42052235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lvl1pPr eaLnBrk="0" hangingPunct="0">
              <a:defRPr>
                <a:solidFill>
                  <a:schemeClr val="tx1"/>
                </a:solidFill>
                <a:latin typeface="Garamond" panose="02020404030301010803" pitchFamily="18" charset="0"/>
              </a:defRPr>
            </a:lvl1pPr>
            <a:lvl2pPr marL="742950" indent="-285750" eaLnBrk="0" hangingPunct="0">
              <a:defRPr>
                <a:solidFill>
                  <a:schemeClr val="tx1"/>
                </a:solidFill>
                <a:latin typeface="Garamond" panose="02020404030301010803" pitchFamily="18" charset="0"/>
              </a:defRPr>
            </a:lvl2pPr>
            <a:lvl3pPr marL="1143000" indent="-228600" eaLnBrk="0" hangingPunct="0">
              <a:defRPr>
                <a:solidFill>
                  <a:schemeClr val="tx1"/>
                </a:solidFill>
                <a:latin typeface="Garamond" panose="02020404030301010803" pitchFamily="18" charset="0"/>
              </a:defRPr>
            </a:lvl3pPr>
            <a:lvl4pPr marL="1600200" indent="-228600" eaLnBrk="0" hangingPunct="0">
              <a:defRPr>
                <a:solidFill>
                  <a:schemeClr val="tx1"/>
                </a:solidFill>
                <a:latin typeface="Garamond" panose="02020404030301010803" pitchFamily="18" charset="0"/>
              </a:defRPr>
            </a:lvl4pPr>
            <a:lvl5pPr marL="2057400" indent="-228600" eaLnBrk="0" hangingPunct="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eaLnBrk="1" hangingPunct="1"/>
            <a:fld id="{EF2BE5AB-E240-435C-B451-66FB1124FE2C}" type="slidenum">
              <a:rPr lang="en-US" altLang="en-US"/>
              <a:pPr eaLnBrk="1" hangingPunct="1"/>
              <a:t>29</a:t>
            </a:fld>
            <a:endParaRPr lang="en-US" altLang="en-US"/>
          </a:p>
        </p:txBody>
      </p:sp>
      <p:sp>
        <p:nvSpPr>
          <p:cNvPr id="33795" name="Rectangle 2"/>
          <p:cNvSpPr>
            <a:spLocks noGrp="1" noRot="1" noChangeAspect="1" noChangeArrowheads="1" noTextEdit="1"/>
          </p:cNvSpPr>
          <p:nvPr>
            <p:ph type="sldImg"/>
          </p:nvPr>
        </p:nvSpPr>
        <p:spPr>
          <a:xfrm>
            <a:off x="381000" y="685800"/>
            <a:ext cx="6096000" cy="3429000"/>
          </a:xfrm>
          <a:ln/>
        </p:spPr>
      </p:sp>
      <p:sp>
        <p:nvSpPr>
          <p:cNvPr id="33796" name="Rectangle 3"/>
          <p:cNvSpPr>
            <a:spLocks noGrp="1" noChangeArrowheads="1"/>
          </p:cNvSpPr>
          <p:nvPr>
            <p:ph type="body" idx="1"/>
          </p:nvPr>
        </p:nvSpPr>
        <p:spPr>
          <a:noFill/>
        </p:spPr>
        <p:txBody>
          <a:bodyPr/>
          <a:lstStyle/>
          <a:p>
            <a:pPr eaLnBrk="1" hangingPunct="1">
              <a:lnSpc>
                <a:spcPct val="80000"/>
              </a:lnSpc>
            </a:pPr>
            <a:r>
              <a:rPr lang="en-US" altLang="en-US" sz="800" b="1"/>
              <a:t>Khrushchev's secret speech</a:t>
            </a:r>
          </a:p>
          <a:p>
            <a:pPr eaLnBrk="1" hangingPunct="1">
              <a:lnSpc>
                <a:spcPct val="80000"/>
              </a:lnSpc>
            </a:pPr>
            <a:r>
              <a:rPr lang="en-US" altLang="en-US" sz="800"/>
              <a:t> Encyclopædia Britannica Article</a:t>
            </a:r>
            <a:br>
              <a:rPr lang="en-US" altLang="en-US" sz="800"/>
            </a:br>
            <a:endParaRPr lang="en-US" altLang="en-US" sz="800"/>
          </a:p>
          <a:p>
            <a:pPr eaLnBrk="1" hangingPunct="1">
              <a:lnSpc>
                <a:spcPct val="80000"/>
              </a:lnSpc>
            </a:pPr>
            <a:endParaRPr lang="en-US" altLang="en-US" sz="800" b="1"/>
          </a:p>
          <a:p>
            <a:pPr eaLnBrk="1" hangingPunct="1">
              <a:lnSpc>
                <a:spcPct val="80000"/>
              </a:lnSpc>
            </a:pPr>
            <a:r>
              <a:rPr lang="en-US" altLang="en-US" sz="800" b="1"/>
              <a:t>Khrushchev's secret speech</a:t>
            </a:r>
          </a:p>
          <a:p>
            <a:pPr eaLnBrk="1" hangingPunct="1">
              <a:lnSpc>
                <a:spcPct val="80000"/>
              </a:lnSpc>
            </a:pPr>
            <a:r>
              <a:rPr lang="en-US" altLang="en-US" sz="800"/>
              <a:t>(February 25, 1956), in Russian history, denunciation of the deceased Soviet leader Joseph Stalin made by Nikita S. Khrushchev to a closed session of the 20th Congress of the Communist Party of the Soviet Union. The speech was the nucleus of a far-reaching de-Stalinization campaign intended to destroy the image of the late dictator as an infallible leader and to revert official policy to an idealized Leninist model. </a:t>
            </a:r>
          </a:p>
          <a:p>
            <a:pPr eaLnBrk="1" hangingPunct="1">
              <a:lnSpc>
                <a:spcPct val="80000"/>
              </a:lnSpc>
            </a:pPr>
            <a:r>
              <a:rPr lang="en-US" altLang="en-US" sz="800"/>
              <a:t>In the speech, Khrushchev recalled Lenin's Testament, a long-suppressed document in which Vladimir Lenin had warned that Stalin was likely to abuse his power, and then he cited numerous instances of such excesses. Outstanding among these was Stalin's use of mass terror in the Great Purge of the mid-1930s, during which, according to Khrushchev, innocent communists had been falsely accused of espionage and sabotage and unjustly punished, often executed, after they had been tortured into making confessions. </a:t>
            </a:r>
          </a:p>
          <a:p>
            <a:pPr eaLnBrk="1" hangingPunct="1">
              <a:lnSpc>
                <a:spcPct val="80000"/>
              </a:lnSpc>
            </a:pPr>
            <a:r>
              <a:rPr lang="en-US" altLang="en-US" sz="800"/>
              <a:t>Khrushchev criticized Stalin for having failed to make adequate defensive preparations before the German invasion of the Soviet Union (June 1941), for having weakened the Red Army by purging its leading officers, and for mismanaging the war after the invasion. He condemned Stalin for irrationally deporting entire nationality groups (e.g., the Karachay, Kalmyk, Chechen, Ingush, and Balkar peoples) from their homelands during the war and, after the war, for purging major political leaders in Leningrad (1948–50; </a:t>
            </a:r>
            <a:r>
              <a:rPr lang="en-US" altLang="en-US" sz="800" i="1"/>
              <a:t>see</a:t>
            </a:r>
            <a:r>
              <a:rPr lang="en-US" altLang="en-US" sz="800"/>
              <a:t> Leningrad Affair) and in Georgia (1952). He also censured Stalin for attempting to launch a new purge (Doctors' Plot, 1953) shortly before his death and for his policy toward Yugoslavia, which had resulted in a severance of relations between that nation and the Soviet Union (1948). The “cult of personality” that Stalin had created to glorify his own rule and leadership was also condemned. </a:t>
            </a:r>
          </a:p>
          <a:p>
            <a:pPr eaLnBrk="1" hangingPunct="1">
              <a:lnSpc>
                <a:spcPct val="80000"/>
              </a:lnSpc>
            </a:pPr>
            <a:r>
              <a:rPr lang="en-US" altLang="en-US" sz="800"/>
              <a:t>Khrushchev confined his indictment of Stalin to abuses of power against the Communist Party and glossed over Stalin's campaigns of mass terror against the general population. He did not object to Stalin's activities before 1934, which included his political struggles against Leon Trotsky, Nikolay Bukharin, and Grigory Zinovyev and the collectivization campaign that “liquidated” millions of peasants and had a disastrous effect on Soviet agriculture. Observers outside the Soviet Union have suggested that Khrushchev's primary purpose in making the speech was to consolidate his own position of political leadership by associating himself with reform measures while discrediting his rivals in the Presidium (Politburo) by implicating them in Stalin's crimes. </a:t>
            </a:r>
          </a:p>
          <a:p>
            <a:pPr eaLnBrk="1" hangingPunct="1">
              <a:lnSpc>
                <a:spcPct val="80000"/>
              </a:lnSpc>
            </a:pPr>
            <a:r>
              <a:rPr lang="en-US" altLang="en-US" sz="800"/>
              <a:t>The secret speech, although subsequently read to groups of party activists and “closed” local party meetings, was never officially made public. (Not until 1989 was the speech printed in full in the Soviet Union.) Nonetheless, it caused shock and disillusionment throughout the Soviet Union and the Soviet bloc, harming Stalin's reputation and the perception of the political system and party that had enabled him to gain and misuse such great power. It also helped give rise to a period of liberalization known as the “Khrushchev thaw,” during which censorship policy was relaxed, sparking a literary renaissance of sorts. Thousands of political prisoners were released, and thousands more who had perished during Stalin's reign were officially “rehabilitated.” The speech also contributed to the revolts that occurred later that year in Hungary and Poland, further weakening the Soviet Union's control over the Soviet bloc and temporarily strengthening the position of Khrushchev's opponents in the Presidium.</a:t>
            </a:r>
            <a:br>
              <a:rPr lang="en-US" altLang="en-US" sz="800"/>
            </a:br>
            <a:endParaRPr lang="en-US" altLang="en-US" sz="800"/>
          </a:p>
          <a:p>
            <a:pPr eaLnBrk="1" hangingPunct="1">
              <a:lnSpc>
                <a:spcPct val="80000"/>
              </a:lnSpc>
            </a:pPr>
            <a:r>
              <a:rPr lang="en-US" altLang="en-US" sz="800" b="1"/>
              <a:t>To cite this page:</a:t>
            </a:r>
            <a:r>
              <a:rPr lang="en-US" altLang="en-US" sz="800"/>
              <a:t> </a:t>
            </a:r>
          </a:p>
          <a:p>
            <a:pPr eaLnBrk="1" hangingPunct="1">
              <a:lnSpc>
                <a:spcPct val="80000"/>
              </a:lnSpc>
            </a:pPr>
            <a:r>
              <a:rPr lang="en-US" altLang="en-US" sz="800"/>
              <a:t>MLA style: </a:t>
            </a:r>
          </a:p>
          <a:p>
            <a:pPr eaLnBrk="1" hangingPunct="1">
              <a:lnSpc>
                <a:spcPct val="80000"/>
              </a:lnSpc>
            </a:pPr>
            <a:r>
              <a:rPr lang="en-US" altLang="en-US" sz="800"/>
              <a:t>" Khrushchev's secret speech ." </a:t>
            </a:r>
            <a:r>
              <a:rPr lang="en-US" altLang="en-US" sz="800" u="sng"/>
              <a:t>Encyclopædia Britannica</a:t>
            </a:r>
            <a:r>
              <a:rPr lang="en-US" altLang="en-US" sz="800"/>
              <a:t>. 2006. Encyclopædia Britannica Premium Service.  7  May  2006 &lt;http://www.britannica.com/eb/article-9097368&gt;.</a:t>
            </a:r>
          </a:p>
        </p:txBody>
      </p:sp>
    </p:spTree>
    <p:extLst>
      <p:ext uri="{BB962C8B-B14F-4D97-AF65-F5344CB8AC3E}">
        <p14:creationId xmlns:p14="http://schemas.microsoft.com/office/powerpoint/2010/main" val="42710134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lvl1pPr eaLnBrk="0" hangingPunct="0">
              <a:defRPr>
                <a:solidFill>
                  <a:schemeClr val="tx1"/>
                </a:solidFill>
                <a:latin typeface="Garamond" panose="02020404030301010803" pitchFamily="18" charset="0"/>
              </a:defRPr>
            </a:lvl1pPr>
            <a:lvl2pPr marL="742950" indent="-285750" eaLnBrk="0" hangingPunct="0">
              <a:defRPr>
                <a:solidFill>
                  <a:schemeClr val="tx1"/>
                </a:solidFill>
                <a:latin typeface="Garamond" panose="02020404030301010803" pitchFamily="18" charset="0"/>
              </a:defRPr>
            </a:lvl2pPr>
            <a:lvl3pPr marL="1143000" indent="-228600" eaLnBrk="0" hangingPunct="0">
              <a:defRPr>
                <a:solidFill>
                  <a:schemeClr val="tx1"/>
                </a:solidFill>
                <a:latin typeface="Garamond" panose="02020404030301010803" pitchFamily="18" charset="0"/>
              </a:defRPr>
            </a:lvl3pPr>
            <a:lvl4pPr marL="1600200" indent="-228600" eaLnBrk="0" hangingPunct="0">
              <a:defRPr>
                <a:solidFill>
                  <a:schemeClr val="tx1"/>
                </a:solidFill>
                <a:latin typeface="Garamond" panose="02020404030301010803" pitchFamily="18" charset="0"/>
              </a:defRPr>
            </a:lvl4pPr>
            <a:lvl5pPr marL="2057400" indent="-228600" eaLnBrk="0" hangingPunct="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eaLnBrk="1" hangingPunct="1"/>
            <a:fld id="{EF2BE5AB-E240-435C-B451-66FB1124FE2C}" type="slidenum">
              <a:rPr lang="en-US" altLang="en-US"/>
              <a:pPr eaLnBrk="1" hangingPunct="1"/>
              <a:t>30</a:t>
            </a:fld>
            <a:endParaRPr lang="en-US" altLang="en-US"/>
          </a:p>
        </p:txBody>
      </p:sp>
      <p:sp>
        <p:nvSpPr>
          <p:cNvPr id="33795" name="Rectangle 2"/>
          <p:cNvSpPr>
            <a:spLocks noGrp="1" noRot="1" noChangeAspect="1" noChangeArrowheads="1" noTextEdit="1"/>
          </p:cNvSpPr>
          <p:nvPr>
            <p:ph type="sldImg"/>
          </p:nvPr>
        </p:nvSpPr>
        <p:spPr>
          <a:xfrm>
            <a:off x="381000" y="685800"/>
            <a:ext cx="6096000" cy="3429000"/>
          </a:xfrm>
          <a:ln/>
        </p:spPr>
      </p:sp>
      <p:sp>
        <p:nvSpPr>
          <p:cNvPr id="33796" name="Rectangle 3"/>
          <p:cNvSpPr>
            <a:spLocks noGrp="1" noChangeArrowheads="1"/>
          </p:cNvSpPr>
          <p:nvPr>
            <p:ph type="body" idx="1"/>
          </p:nvPr>
        </p:nvSpPr>
        <p:spPr>
          <a:noFill/>
        </p:spPr>
        <p:txBody>
          <a:bodyPr/>
          <a:lstStyle/>
          <a:p>
            <a:pPr eaLnBrk="1" hangingPunct="1">
              <a:lnSpc>
                <a:spcPct val="80000"/>
              </a:lnSpc>
            </a:pPr>
            <a:r>
              <a:rPr lang="en-US" altLang="en-US" sz="800" b="1"/>
              <a:t>Khrushchev's secret speech</a:t>
            </a:r>
          </a:p>
          <a:p>
            <a:pPr eaLnBrk="1" hangingPunct="1">
              <a:lnSpc>
                <a:spcPct val="80000"/>
              </a:lnSpc>
            </a:pPr>
            <a:r>
              <a:rPr lang="en-US" altLang="en-US" sz="800"/>
              <a:t> Encyclopædia Britannica Article</a:t>
            </a:r>
            <a:br>
              <a:rPr lang="en-US" altLang="en-US" sz="800"/>
            </a:br>
            <a:endParaRPr lang="en-US" altLang="en-US" sz="800"/>
          </a:p>
          <a:p>
            <a:pPr eaLnBrk="1" hangingPunct="1">
              <a:lnSpc>
                <a:spcPct val="80000"/>
              </a:lnSpc>
            </a:pPr>
            <a:endParaRPr lang="en-US" altLang="en-US" sz="800" b="1"/>
          </a:p>
          <a:p>
            <a:pPr eaLnBrk="1" hangingPunct="1">
              <a:lnSpc>
                <a:spcPct val="80000"/>
              </a:lnSpc>
            </a:pPr>
            <a:r>
              <a:rPr lang="en-US" altLang="en-US" sz="800" b="1"/>
              <a:t>Khrushchev's secret speech</a:t>
            </a:r>
          </a:p>
          <a:p>
            <a:pPr eaLnBrk="1" hangingPunct="1">
              <a:lnSpc>
                <a:spcPct val="80000"/>
              </a:lnSpc>
            </a:pPr>
            <a:r>
              <a:rPr lang="en-US" altLang="en-US" sz="800"/>
              <a:t>(February 25, 1956), in Russian history, denunciation of the deceased Soviet leader Joseph Stalin made by Nikita S. Khrushchev to a closed session of the 20th Congress of the Communist Party of the Soviet Union. The speech was the nucleus of a far-reaching de-Stalinization campaign intended to destroy the image of the late dictator as an infallible leader and to revert official policy to an idealized Leninist model. </a:t>
            </a:r>
          </a:p>
          <a:p>
            <a:pPr eaLnBrk="1" hangingPunct="1">
              <a:lnSpc>
                <a:spcPct val="80000"/>
              </a:lnSpc>
            </a:pPr>
            <a:r>
              <a:rPr lang="en-US" altLang="en-US" sz="800"/>
              <a:t>In the speech, Khrushchev recalled Lenin's Testament, a long-suppressed document in which Vladimir Lenin had warned that Stalin was likely to abuse his power, and then he cited numerous instances of such excesses. Outstanding among these was Stalin's use of mass terror in the Great Purge of the mid-1930s, during which, according to Khrushchev, innocent communists had been falsely accused of espionage and sabotage and unjustly punished, often executed, after they had been tortured into making confessions. </a:t>
            </a:r>
          </a:p>
          <a:p>
            <a:pPr eaLnBrk="1" hangingPunct="1">
              <a:lnSpc>
                <a:spcPct val="80000"/>
              </a:lnSpc>
            </a:pPr>
            <a:r>
              <a:rPr lang="en-US" altLang="en-US" sz="800"/>
              <a:t>Khrushchev criticized Stalin for having failed to make adequate defensive preparations before the German invasion of the Soviet Union (June 1941), for having weakened the Red Army by purging its leading officers, and for mismanaging the war after the invasion. He condemned Stalin for irrationally deporting entire nationality groups (e.g., the Karachay, Kalmyk, Chechen, Ingush, and Balkar peoples) from their homelands during the war and, after the war, for purging major political leaders in Leningrad (1948–50; </a:t>
            </a:r>
            <a:r>
              <a:rPr lang="en-US" altLang="en-US" sz="800" i="1"/>
              <a:t>see</a:t>
            </a:r>
            <a:r>
              <a:rPr lang="en-US" altLang="en-US" sz="800"/>
              <a:t> Leningrad Affair) and in Georgia (1952). He also censured Stalin for attempting to launch a new purge (Doctors' Plot, 1953) shortly before his death and for his policy toward Yugoslavia, which had resulted in a severance of relations between that nation and the Soviet Union (1948). The “cult of personality” that Stalin had created to glorify his own rule and leadership was also condemned. </a:t>
            </a:r>
          </a:p>
          <a:p>
            <a:pPr eaLnBrk="1" hangingPunct="1">
              <a:lnSpc>
                <a:spcPct val="80000"/>
              </a:lnSpc>
            </a:pPr>
            <a:r>
              <a:rPr lang="en-US" altLang="en-US" sz="800"/>
              <a:t>Khrushchev confined his indictment of Stalin to abuses of power against the Communist Party and glossed over Stalin's campaigns of mass terror against the general population. He did not object to Stalin's activities before 1934, which included his political struggles against Leon Trotsky, Nikolay Bukharin, and Grigory Zinovyev and the collectivization campaign that “liquidated” millions of peasants and had a disastrous effect on Soviet agriculture. Observers outside the Soviet Union have suggested that Khrushchev's primary purpose in making the speech was to consolidate his own position of political leadership by associating himself with reform measures while discrediting his rivals in the Presidium (Politburo) by implicating them in Stalin's crimes. </a:t>
            </a:r>
          </a:p>
          <a:p>
            <a:pPr eaLnBrk="1" hangingPunct="1">
              <a:lnSpc>
                <a:spcPct val="80000"/>
              </a:lnSpc>
            </a:pPr>
            <a:r>
              <a:rPr lang="en-US" altLang="en-US" sz="800"/>
              <a:t>The secret speech, although subsequently read to groups of party activists and “closed” local party meetings, was never officially made public. (Not until 1989 was the speech printed in full in the Soviet Union.) Nonetheless, it caused shock and disillusionment throughout the Soviet Union and the Soviet bloc, harming Stalin's reputation and the perception of the political system and party that had enabled him to gain and misuse such great power. It also helped give rise to a period of liberalization known as the “Khrushchev thaw,” during which censorship policy was relaxed, sparking a literary renaissance of sorts. Thousands of political prisoners were released, and thousands more who had perished during Stalin's reign were officially “rehabilitated.” The speech also contributed to the revolts that occurred later that year in Hungary and Poland, further weakening the Soviet Union's control over the Soviet bloc and temporarily strengthening the position of Khrushchev's opponents in the Presidium.</a:t>
            </a:r>
            <a:br>
              <a:rPr lang="en-US" altLang="en-US" sz="800"/>
            </a:br>
            <a:endParaRPr lang="en-US" altLang="en-US" sz="800"/>
          </a:p>
          <a:p>
            <a:pPr eaLnBrk="1" hangingPunct="1">
              <a:lnSpc>
                <a:spcPct val="80000"/>
              </a:lnSpc>
            </a:pPr>
            <a:r>
              <a:rPr lang="en-US" altLang="en-US" sz="800" b="1"/>
              <a:t>To cite this page:</a:t>
            </a:r>
            <a:r>
              <a:rPr lang="en-US" altLang="en-US" sz="800"/>
              <a:t> </a:t>
            </a:r>
          </a:p>
          <a:p>
            <a:pPr eaLnBrk="1" hangingPunct="1">
              <a:lnSpc>
                <a:spcPct val="80000"/>
              </a:lnSpc>
            </a:pPr>
            <a:r>
              <a:rPr lang="en-US" altLang="en-US" sz="800"/>
              <a:t>MLA style: </a:t>
            </a:r>
          </a:p>
          <a:p>
            <a:pPr eaLnBrk="1" hangingPunct="1">
              <a:lnSpc>
                <a:spcPct val="80000"/>
              </a:lnSpc>
            </a:pPr>
            <a:r>
              <a:rPr lang="en-US" altLang="en-US" sz="800"/>
              <a:t>" Khrushchev's secret speech ." </a:t>
            </a:r>
            <a:r>
              <a:rPr lang="en-US" altLang="en-US" sz="800" u="sng"/>
              <a:t>Encyclopædia Britannica</a:t>
            </a:r>
            <a:r>
              <a:rPr lang="en-US" altLang="en-US" sz="800"/>
              <a:t>. 2006. Encyclopædia Britannica Premium Service.  7  May  2006 &lt;http://www.britannica.com/eb/article-9097368&gt;.</a:t>
            </a:r>
          </a:p>
        </p:txBody>
      </p:sp>
    </p:spTree>
    <p:extLst>
      <p:ext uri="{BB962C8B-B14F-4D97-AF65-F5344CB8AC3E}">
        <p14:creationId xmlns:p14="http://schemas.microsoft.com/office/powerpoint/2010/main" val="12753246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b="1" dirty="0"/>
              <a:t>Great Proletarian Cultural Revolution</a:t>
            </a:r>
            <a:r>
              <a:rPr lang="en-US" dirty="0"/>
              <a:t> (1966–1976), commonly referred to as the Cultural Revolution, was a political and social movement initiated by Mao Zedong in the People's Republic of China. It aimed to preserve communist ideology, eliminate perceived capitalist and traditional elements, and consolidate Mao’s power after the failures of the Great Leap Forward. The campaign led to widespread social, political, and economic upheaval, causing significant damage to China's society and cultural heritage.</a:t>
            </a:r>
          </a:p>
          <a:p>
            <a:r>
              <a:rPr lang="en-US" b="1" dirty="0"/>
              <a:t>Goals of the Cultural Revolution</a:t>
            </a:r>
          </a:p>
          <a:p>
            <a:r>
              <a:rPr lang="en-US" b="1" dirty="0"/>
              <a:t>Reassert Mao's Authority</a:t>
            </a:r>
            <a:r>
              <a:rPr lang="en-US" dirty="0"/>
              <a:t>:</a:t>
            </a:r>
          </a:p>
          <a:p>
            <a:pPr lvl="1"/>
            <a:r>
              <a:rPr lang="en-US" dirty="0"/>
              <a:t>Mao sought to regain dominance within the Communist Party, challenging rivals like Liu Shaoqi and Deng Xiaoping, who had introduced pragmatic economic reforms.</a:t>
            </a:r>
          </a:p>
          <a:p>
            <a:r>
              <a:rPr lang="en-US" b="1" dirty="0"/>
              <a:t>Combat "Capitalist Roaders"</a:t>
            </a:r>
            <a:r>
              <a:rPr lang="en-US" dirty="0"/>
              <a:t>:</a:t>
            </a:r>
          </a:p>
          <a:p>
            <a:pPr lvl="1"/>
            <a:r>
              <a:rPr lang="en-US" dirty="0"/>
              <a:t>Eliminate those within the Communist Party and society who were accused of steering China toward capitalism.</a:t>
            </a:r>
          </a:p>
          <a:p>
            <a:r>
              <a:rPr lang="en-US" b="1" dirty="0"/>
              <a:t>Promote Maoist Ideology</a:t>
            </a:r>
            <a:r>
              <a:rPr lang="en-US" dirty="0"/>
              <a:t>:</a:t>
            </a:r>
          </a:p>
          <a:p>
            <a:pPr lvl="1"/>
            <a:r>
              <a:rPr lang="en-US" dirty="0"/>
              <a:t>Establish Mao Zedong Thought as the guiding force of Chinese socialism.</a:t>
            </a:r>
          </a:p>
          <a:p>
            <a:r>
              <a:rPr lang="en-US" b="1" dirty="0"/>
              <a:t>Destroy the "Four </a:t>
            </a:r>
            <a:r>
              <a:rPr lang="en-US" b="1" dirty="0" err="1"/>
              <a:t>Olds</a:t>
            </a:r>
            <a:r>
              <a:rPr lang="en-US" b="1" dirty="0"/>
              <a:t>"</a:t>
            </a:r>
            <a:r>
              <a:rPr lang="en-US" dirty="0"/>
              <a:t>:</a:t>
            </a:r>
          </a:p>
          <a:p>
            <a:pPr lvl="1"/>
            <a:r>
              <a:rPr lang="en-US" dirty="0"/>
              <a:t>Old Customs, Old Culture, Old Habits, and Old Ideas were targeted for elimination to create a revolutionary new culture.</a:t>
            </a:r>
          </a:p>
          <a:p>
            <a:r>
              <a:rPr lang="en-US" b="1" dirty="0"/>
              <a:t>Key Events</a:t>
            </a:r>
          </a:p>
          <a:p>
            <a:r>
              <a:rPr lang="en-US" b="1" dirty="0"/>
              <a:t>The Role of Red Guards (1966–1968)</a:t>
            </a:r>
          </a:p>
          <a:p>
            <a:r>
              <a:rPr lang="en-US" b="1" dirty="0"/>
              <a:t>Formation</a:t>
            </a:r>
            <a:r>
              <a:rPr lang="en-US" dirty="0"/>
              <a:t>: Students and young revolutionaries formed the Red Guards, Mao's grassroots enforcers of revolutionary ideals.</a:t>
            </a:r>
          </a:p>
          <a:p>
            <a:r>
              <a:rPr lang="en-US" b="1" dirty="0"/>
              <a:t>Activities</a:t>
            </a:r>
            <a:r>
              <a:rPr lang="en-US" dirty="0"/>
              <a:t>:</a:t>
            </a:r>
          </a:p>
          <a:p>
            <a:pPr lvl="1"/>
            <a:r>
              <a:rPr lang="en-US" dirty="0"/>
              <a:t>Publicly criticized, humiliated, and often assaulted teachers, intellectuals, and officials deemed counter-revolutionary.</a:t>
            </a:r>
          </a:p>
          <a:p>
            <a:pPr lvl="1"/>
            <a:r>
              <a:rPr lang="en-US" dirty="0"/>
              <a:t>Destroyed cultural artifacts, temples, and historical landmarks as symbols of the "Four </a:t>
            </a:r>
            <a:r>
              <a:rPr lang="en-US" dirty="0" err="1"/>
              <a:t>Olds</a:t>
            </a:r>
            <a:r>
              <a:rPr lang="en-US" dirty="0"/>
              <a:t>."</a:t>
            </a:r>
          </a:p>
          <a:p>
            <a:pPr lvl="1"/>
            <a:r>
              <a:rPr lang="en-US" dirty="0"/>
              <a:t>Created chaos by targeting "class enemies," including landowners, religious figures, and intellectuals.</a:t>
            </a:r>
          </a:p>
          <a:p>
            <a:r>
              <a:rPr lang="en-US" b="1" dirty="0"/>
              <a:t>Struggle Sessions</a:t>
            </a:r>
          </a:p>
          <a:p>
            <a:r>
              <a:rPr lang="en-US" dirty="0"/>
              <a:t>Public humiliations where accused individuals were forced to confess to crimes, often fabricated, against the revolution.</a:t>
            </a:r>
          </a:p>
          <a:p>
            <a:r>
              <a:rPr lang="en-US" dirty="0"/>
              <a:t>Victims faced physical abuse, torture, and imprisonment.</a:t>
            </a:r>
          </a:p>
          <a:p>
            <a:r>
              <a:rPr lang="en-US" b="1" dirty="0"/>
              <a:t>Purges Within the Party</a:t>
            </a:r>
          </a:p>
          <a:p>
            <a:r>
              <a:rPr lang="en-US" dirty="0"/>
              <a:t>High-ranking officials like </a:t>
            </a:r>
            <a:r>
              <a:rPr lang="en-US" b="1" dirty="0"/>
              <a:t>Liu Shaoqi</a:t>
            </a:r>
            <a:r>
              <a:rPr lang="en-US" dirty="0"/>
              <a:t> (China's President) and </a:t>
            </a:r>
            <a:r>
              <a:rPr lang="en-US" b="1" dirty="0"/>
              <a:t>Deng Xiaoping</a:t>
            </a:r>
            <a:r>
              <a:rPr lang="en-US" dirty="0"/>
              <a:t> were purged and subjected to public disgrace.</a:t>
            </a:r>
          </a:p>
          <a:p>
            <a:r>
              <a:rPr lang="en-US" dirty="0"/>
              <a:t>Liu died in captivity, while Deng was sent to internal exile before later returning to power.</a:t>
            </a:r>
          </a:p>
          <a:p>
            <a:r>
              <a:rPr lang="en-US" b="1" dirty="0"/>
              <a:t>Factions and Power Struggles</a:t>
            </a:r>
          </a:p>
          <a:p>
            <a:r>
              <a:rPr lang="en-US" dirty="0"/>
              <a:t>The movement splintered into various factions, including rival Red Guard groups, leading to violent clashes.</a:t>
            </a:r>
          </a:p>
          <a:p>
            <a:r>
              <a:rPr lang="en-US" dirty="0"/>
              <a:t>By 1969, the People’s Liberation Army (PLA) was called in to restore order.</a:t>
            </a:r>
          </a:p>
          <a:p>
            <a:r>
              <a:rPr lang="en-US" b="1" dirty="0"/>
              <a:t>Impact on Society</a:t>
            </a:r>
          </a:p>
          <a:p>
            <a:r>
              <a:rPr lang="en-US" b="1" dirty="0"/>
              <a:t>Economic Consequences</a:t>
            </a:r>
          </a:p>
          <a:p>
            <a:r>
              <a:rPr lang="en-US" dirty="0"/>
              <a:t>Production slowed as workers participated in revolutionary activities.</a:t>
            </a:r>
          </a:p>
          <a:p>
            <a:r>
              <a:rPr lang="en-US" dirty="0"/>
              <a:t>Factories, farms, and schools were often shut down or operated inefficiently due to political turmoil.</a:t>
            </a:r>
          </a:p>
          <a:p>
            <a:r>
              <a:rPr lang="en-US" b="1" dirty="0"/>
              <a:t>Education and Intellectual Life</a:t>
            </a:r>
          </a:p>
          <a:p>
            <a:r>
              <a:rPr lang="en-US" dirty="0"/>
              <a:t>Schools and universities closed, sometimes for years, disrupting education for an entire generation.</a:t>
            </a:r>
          </a:p>
          <a:p>
            <a:r>
              <a:rPr lang="en-US" dirty="0"/>
              <a:t>Intellectuals were heavily persecuted, resulting in a significant brain drain and a cultural void.</a:t>
            </a:r>
          </a:p>
          <a:p>
            <a:r>
              <a:rPr lang="en-US" b="1" dirty="0"/>
              <a:t>Cultural Destruction</a:t>
            </a:r>
          </a:p>
          <a:p>
            <a:r>
              <a:rPr lang="en-US" dirty="0"/>
              <a:t>Historical artifacts, ancient texts, religious sites, and traditional art were destroyed.</a:t>
            </a:r>
          </a:p>
          <a:p>
            <a:r>
              <a:rPr lang="en-US" dirty="0"/>
              <a:t>Iconoclasm was rampant, erasing much of China’s cultural heritage.</a:t>
            </a:r>
          </a:p>
          <a:p>
            <a:r>
              <a:rPr lang="en-US" b="1" dirty="0"/>
              <a:t>Social and Psychological Trauma</a:t>
            </a:r>
          </a:p>
          <a:p>
            <a:r>
              <a:rPr lang="en-US" dirty="0"/>
              <a:t>Millions of lives were disrupted through imprisonment, exile, or execution.</a:t>
            </a:r>
          </a:p>
          <a:p>
            <a:r>
              <a:rPr lang="en-US" dirty="0"/>
              <a:t>Families were torn apart as children were encouraged to denounce their parents as "class enemies."</a:t>
            </a:r>
          </a:p>
          <a:p>
            <a:r>
              <a:rPr lang="en-US" b="1" dirty="0"/>
              <a:t>End of the Cultural Revolution</a:t>
            </a:r>
          </a:p>
          <a:p>
            <a:r>
              <a:rPr lang="en-US" b="1" dirty="0"/>
              <a:t>Mao's Death</a:t>
            </a:r>
            <a:r>
              <a:rPr lang="en-US" dirty="0"/>
              <a:t>: The movement formally ended with Mao Zedong’s death in 1976.</a:t>
            </a:r>
          </a:p>
          <a:p>
            <a:r>
              <a:rPr lang="en-US" b="1" dirty="0"/>
              <a:t>Arrest of the Gang of Four</a:t>
            </a:r>
            <a:r>
              <a:rPr lang="en-US" dirty="0"/>
              <a:t>: The political faction led by Mao’s wife, Jiang Qing, and her associates, blamed for much of the chaos, was arrested and tried.</a:t>
            </a:r>
          </a:p>
          <a:p>
            <a:r>
              <a:rPr lang="en-US" b="1" dirty="0"/>
              <a:t>Rehabilitation</a:t>
            </a:r>
            <a:r>
              <a:rPr lang="en-US" dirty="0"/>
              <a:t>: Deng Xiaoping returned to power and initiated economic and political reforms, denouncing the Cultural Revolution as a grave mistake.</a:t>
            </a:r>
          </a:p>
          <a:p>
            <a:r>
              <a:rPr lang="en-US" b="1" dirty="0"/>
              <a:t>Legacy</a:t>
            </a:r>
          </a:p>
          <a:p>
            <a:r>
              <a:rPr lang="en-US" b="1" dirty="0"/>
              <a:t>Human Toll</a:t>
            </a:r>
            <a:r>
              <a:rPr lang="en-US" dirty="0"/>
              <a:t>:</a:t>
            </a:r>
          </a:p>
          <a:p>
            <a:pPr lvl="1"/>
            <a:r>
              <a:rPr lang="en-US" dirty="0"/>
              <a:t>Estimates suggest </a:t>
            </a:r>
            <a:r>
              <a:rPr lang="en-US" b="1" dirty="0"/>
              <a:t>1.5 to 2 million deaths</a:t>
            </a:r>
            <a:r>
              <a:rPr lang="en-US" dirty="0"/>
              <a:t> from executions, violence, and persecution.</a:t>
            </a:r>
          </a:p>
          <a:p>
            <a:pPr lvl="1"/>
            <a:r>
              <a:rPr lang="en-US" dirty="0"/>
              <a:t>Tens of millions more were imprisoned, tortured, or sent to labor camps.</a:t>
            </a:r>
          </a:p>
          <a:p>
            <a:r>
              <a:rPr lang="en-US" b="1" dirty="0"/>
              <a:t>Economic and Cultural Setback</a:t>
            </a:r>
            <a:r>
              <a:rPr lang="en-US" dirty="0"/>
              <a:t>:</a:t>
            </a:r>
          </a:p>
          <a:p>
            <a:pPr lvl="1"/>
            <a:r>
              <a:rPr lang="en-US" dirty="0"/>
              <a:t>The decade of chaos severely disrupted China’s economy and cultural continuity.</a:t>
            </a:r>
          </a:p>
          <a:p>
            <a:r>
              <a:rPr lang="en-US" b="1" dirty="0"/>
              <a:t>Political Reforms</a:t>
            </a:r>
            <a:r>
              <a:rPr lang="en-US" dirty="0"/>
              <a:t>:</a:t>
            </a:r>
          </a:p>
          <a:p>
            <a:pPr lvl="1"/>
            <a:r>
              <a:rPr lang="en-US" dirty="0"/>
              <a:t>After the revolution, the Communist Party moved away from ideological radicalism, focusing on economic modernization under Deng Xiaoping’s leadership.</a:t>
            </a:r>
          </a:p>
          <a:p>
            <a:r>
              <a:rPr lang="en-US" dirty="0"/>
              <a:t>The Cultural Revolution is remembered as one of the most turbulent and devastating periods in modern Chinese history, with lasting scars on Chinese society and politics.</a:t>
            </a:r>
          </a:p>
          <a:p>
            <a:endParaRPr lang="en-US" dirty="0"/>
          </a:p>
        </p:txBody>
      </p:sp>
      <p:sp>
        <p:nvSpPr>
          <p:cNvPr id="4" name="Slide Number Placeholder 3"/>
          <p:cNvSpPr>
            <a:spLocks noGrp="1"/>
          </p:cNvSpPr>
          <p:nvPr>
            <p:ph type="sldNum" sz="quarter" idx="5"/>
          </p:nvPr>
        </p:nvSpPr>
        <p:spPr/>
        <p:txBody>
          <a:bodyPr/>
          <a:lstStyle/>
          <a:p>
            <a:fld id="{D70B9087-5F15-4291-84FD-2EC196C97CAE}" type="slidenum">
              <a:rPr lang="en-US" altLang="en-US" smtClean="0"/>
              <a:pPr/>
              <a:t>31</a:t>
            </a:fld>
            <a:endParaRPr lang="en-US" altLang="en-US"/>
          </a:p>
        </p:txBody>
      </p:sp>
    </p:spTree>
    <p:extLst>
      <p:ext uri="{BB962C8B-B14F-4D97-AF65-F5344CB8AC3E}">
        <p14:creationId xmlns:p14="http://schemas.microsoft.com/office/powerpoint/2010/main" val="5639946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b="1" dirty="0"/>
              <a:t>Shanghai Communiqué</a:t>
            </a:r>
            <a:r>
              <a:rPr lang="en-US" dirty="0"/>
              <a:t> was a landmark diplomatic document issued on </a:t>
            </a:r>
            <a:r>
              <a:rPr lang="en-US" b="1" dirty="0"/>
              <a:t>February 28, 1972</a:t>
            </a:r>
            <a:r>
              <a:rPr lang="en-US" dirty="0"/>
              <a:t>, during U.S. President Richard Nixon's historic visit to China. It marked a significant turning point in Sino-American relations, laying the groundwork for the eventual normalization of ties between the United States and the People's Republic of China (PRC).</a:t>
            </a:r>
          </a:p>
          <a:p>
            <a:r>
              <a:rPr lang="en-US" b="1" dirty="0"/>
              <a:t>Historical Context</a:t>
            </a:r>
          </a:p>
          <a:p>
            <a:r>
              <a:rPr lang="en-US" b="1" dirty="0"/>
              <a:t>Cold War Dynamics</a:t>
            </a:r>
            <a:r>
              <a:rPr lang="en-US" dirty="0"/>
              <a:t>:</a:t>
            </a:r>
          </a:p>
          <a:p>
            <a:pPr lvl="1"/>
            <a:r>
              <a:rPr lang="en-US" dirty="0"/>
              <a:t>The U.S. and China had been adversaries since the establishment of the PRC in 1949.</a:t>
            </a:r>
          </a:p>
          <a:p>
            <a:pPr lvl="1"/>
            <a:r>
              <a:rPr lang="en-US" dirty="0"/>
              <a:t>The Korean War (1950–1953) deepened hostilities, with the two nations fighting on opposing sides.</a:t>
            </a:r>
          </a:p>
          <a:p>
            <a:pPr lvl="1"/>
            <a:r>
              <a:rPr lang="en-US" dirty="0"/>
              <a:t>By the late 1960s, Sino-Soviet tensions provided a strategic opening for the U.S. to engage China as a counterbalance to the Soviet Union.</a:t>
            </a:r>
          </a:p>
          <a:p>
            <a:r>
              <a:rPr lang="en-US" b="1" dirty="0"/>
              <a:t>Motivations</a:t>
            </a:r>
            <a:r>
              <a:rPr lang="en-US" dirty="0"/>
              <a:t>:</a:t>
            </a:r>
          </a:p>
          <a:p>
            <a:pPr lvl="1"/>
            <a:r>
              <a:rPr lang="en-US" b="1" dirty="0"/>
              <a:t>China</a:t>
            </a:r>
            <a:r>
              <a:rPr lang="en-US" dirty="0"/>
              <a:t>: Sought to reduce isolation, secure U.S. acknowledgment of its legitimacy, and counter the Soviet threat.</a:t>
            </a:r>
          </a:p>
          <a:p>
            <a:pPr lvl="1"/>
            <a:r>
              <a:rPr lang="en-US" b="1" dirty="0"/>
              <a:t>U.S.</a:t>
            </a:r>
            <a:r>
              <a:rPr lang="en-US" dirty="0"/>
              <a:t>: Aimed to leverage improved relations with China to pressure the Soviet Union and reshape the balance of power in the Cold War.</a:t>
            </a:r>
          </a:p>
          <a:p>
            <a:r>
              <a:rPr lang="en-US" b="1" dirty="0"/>
              <a:t>Key Features of the Shanghai Communiqué</a:t>
            </a:r>
          </a:p>
          <a:p>
            <a:r>
              <a:rPr lang="en-US" b="1" dirty="0"/>
              <a:t>Principles of Engagement</a:t>
            </a:r>
            <a:r>
              <a:rPr lang="en-US" dirty="0"/>
              <a:t>:</a:t>
            </a:r>
          </a:p>
          <a:p>
            <a:pPr lvl="1"/>
            <a:r>
              <a:rPr lang="en-US" dirty="0"/>
              <a:t>Both nations agreed to </a:t>
            </a:r>
            <a:r>
              <a:rPr lang="en-US" b="1" dirty="0"/>
              <a:t>respect sovereignty and territorial integrity</a:t>
            </a:r>
            <a:r>
              <a:rPr lang="en-US" dirty="0"/>
              <a:t>.</a:t>
            </a:r>
          </a:p>
          <a:p>
            <a:pPr lvl="1"/>
            <a:r>
              <a:rPr lang="en-US" dirty="0"/>
              <a:t>They emphasized the importance of </a:t>
            </a:r>
            <a:r>
              <a:rPr lang="en-US" b="1" dirty="0"/>
              <a:t>non-aggression, non-interference, and peaceful coexistence</a:t>
            </a:r>
            <a:r>
              <a:rPr lang="en-US" dirty="0"/>
              <a:t>.</a:t>
            </a:r>
          </a:p>
          <a:p>
            <a:r>
              <a:rPr lang="en-US" b="1" dirty="0"/>
              <a:t>Taiwan Issue</a:t>
            </a:r>
            <a:r>
              <a:rPr lang="en-US" dirty="0"/>
              <a:t>:</a:t>
            </a:r>
          </a:p>
          <a:p>
            <a:pPr lvl="1"/>
            <a:r>
              <a:rPr lang="en-US" b="1" dirty="0"/>
              <a:t>China's Position</a:t>
            </a:r>
            <a:r>
              <a:rPr lang="en-US" dirty="0"/>
              <a:t>: Reiterated that Taiwan is an inalienable part of China.</a:t>
            </a:r>
          </a:p>
          <a:p>
            <a:pPr lvl="1"/>
            <a:r>
              <a:rPr lang="en-US" b="1" dirty="0"/>
              <a:t>U.S. Position</a:t>
            </a:r>
            <a:r>
              <a:rPr lang="en-US" dirty="0"/>
              <a:t>: Acknowledged the One-China policy, stating it does not challenge China’s claim over Taiwan but avoids explicitly endorsing it.</a:t>
            </a:r>
          </a:p>
          <a:p>
            <a:pPr lvl="1"/>
            <a:r>
              <a:rPr lang="en-US" dirty="0"/>
              <a:t>The Taiwan issue remained unresolved but was diplomatically deferred.</a:t>
            </a:r>
          </a:p>
          <a:p>
            <a:r>
              <a:rPr lang="en-US" b="1" dirty="0"/>
              <a:t>Areas of Cooperation</a:t>
            </a:r>
            <a:r>
              <a:rPr lang="en-US" dirty="0"/>
              <a:t>:</a:t>
            </a:r>
          </a:p>
          <a:p>
            <a:pPr lvl="1"/>
            <a:r>
              <a:rPr lang="en-US" dirty="0"/>
              <a:t>The communiqué expressed mutual interest in expanding </a:t>
            </a:r>
            <a:r>
              <a:rPr lang="en-US" b="1" dirty="0"/>
              <a:t>trade, cultural, and scientific exchanges</a:t>
            </a:r>
            <a:r>
              <a:rPr lang="en-US" dirty="0"/>
              <a:t>.</a:t>
            </a:r>
          </a:p>
          <a:p>
            <a:pPr lvl="1"/>
            <a:r>
              <a:rPr lang="en-US" dirty="0"/>
              <a:t>It highlighted the importance of </a:t>
            </a:r>
            <a:r>
              <a:rPr lang="en-US" b="1" dirty="0"/>
              <a:t>preventing conflict and fostering global peace</a:t>
            </a:r>
            <a:r>
              <a:rPr lang="en-US" dirty="0"/>
              <a:t>.</a:t>
            </a:r>
          </a:p>
          <a:p>
            <a:r>
              <a:rPr lang="en-US" b="1" dirty="0"/>
              <a:t>Differences Acknowledged</a:t>
            </a:r>
            <a:r>
              <a:rPr lang="en-US" dirty="0"/>
              <a:t>:</a:t>
            </a:r>
          </a:p>
          <a:p>
            <a:pPr lvl="1"/>
            <a:r>
              <a:rPr lang="en-US" dirty="0"/>
              <a:t>Both sides recognized their </a:t>
            </a:r>
            <a:r>
              <a:rPr lang="en-US" b="1" dirty="0"/>
              <a:t>ideological and political differences</a:t>
            </a:r>
            <a:r>
              <a:rPr lang="en-US" dirty="0"/>
              <a:t>, with the U.S. being capitalist and China socialist.</a:t>
            </a:r>
          </a:p>
          <a:p>
            <a:pPr lvl="1"/>
            <a:r>
              <a:rPr lang="en-US" dirty="0"/>
              <a:t>Despite disagreements, they committed to dialogue and cooperation.</a:t>
            </a:r>
          </a:p>
          <a:p>
            <a:r>
              <a:rPr lang="en-US" b="1" dirty="0"/>
              <a:t>Impact</a:t>
            </a:r>
          </a:p>
          <a:p>
            <a:r>
              <a:rPr lang="en-US" b="1" dirty="0"/>
              <a:t>Diplomatic Breakthrough</a:t>
            </a:r>
            <a:r>
              <a:rPr lang="en-US" dirty="0"/>
              <a:t>:</a:t>
            </a:r>
          </a:p>
          <a:p>
            <a:pPr lvl="1"/>
            <a:r>
              <a:rPr lang="en-US" dirty="0"/>
              <a:t>The communiqué symbolized a </a:t>
            </a:r>
            <a:r>
              <a:rPr lang="en-US" b="1" dirty="0"/>
              <a:t>new phase of engagement</a:t>
            </a:r>
            <a:r>
              <a:rPr lang="en-US" dirty="0"/>
              <a:t> between two former adversaries.</a:t>
            </a:r>
          </a:p>
          <a:p>
            <a:pPr lvl="1"/>
            <a:r>
              <a:rPr lang="en-US" dirty="0"/>
              <a:t>It paved the way for formal diplomatic relations in </a:t>
            </a:r>
            <a:r>
              <a:rPr lang="en-US" b="1" dirty="0"/>
              <a:t>1979</a:t>
            </a:r>
            <a:r>
              <a:rPr lang="en-US" dirty="0"/>
              <a:t> under President Jimmy Carter.</a:t>
            </a:r>
          </a:p>
          <a:p>
            <a:r>
              <a:rPr lang="en-US" b="1" dirty="0"/>
              <a:t>Cold War Strategy</a:t>
            </a:r>
            <a:r>
              <a:rPr lang="en-US" dirty="0"/>
              <a:t>:</a:t>
            </a:r>
          </a:p>
          <a:p>
            <a:pPr lvl="1"/>
            <a:r>
              <a:rPr lang="en-US" dirty="0"/>
              <a:t>The U.S.-China rapprochement pressured the Soviet Union to seek détente with the U.S., influencing Cold War dynamics.</a:t>
            </a:r>
          </a:p>
          <a:p>
            <a:r>
              <a:rPr lang="en-US" b="1" dirty="0"/>
              <a:t>Taiwan Relations</a:t>
            </a:r>
            <a:r>
              <a:rPr lang="en-US" dirty="0"/>
              <a:t>:</a:t>
            </a:r>
          </a:p>
          <a:p>
            <a:pPr lvl="1"/>
            <a:r>
              <a:rPr lang="en-US" dirty="0"/>
              <a:t>The U.S. gradually reduced official ties with Taiwan while maintaining informal relations and defense commitments through the </a:t>
            </a:r>
            <a:r>
              <a:rPr lang="en-US" b="1" dirty="0"/>
              <a:t>Taiwan Relations Act</a:t>
            </a:r>
            <a:r>
              <a:rPr lang="en-US" dirty="0"/>
              <a:t> (1979).</a:t>
            </a:r>
          </a:p>
          <a:p>
            <a:r>
              <a:rPr lang="en-US" b="1" dirty="0"/>
              <a:t>Economic and Cultural Exchanges</a:t>
            </a:r>
            <a:r>
              <a:rPr lang="en-US" dirty="0"/>
              <a:t>:</a:t>
            </a:r>
          </a:p>
          <a:p>
            <a:pPr lvl="1"/>
            <a:r>
              <a:rPr lang="en-US" dirty="0"/>
              <a:t>The communiqué opened doors for increased trade, travel, and cultural exchanges, setting the stage for China’s eventual economic reform and integration into the global economy.</a:t>
            </a:r>
          </a:p>
          <a:p>
            <a:r>
              <a:rPr lang="en-US" b="1" dirty="0"/>
              <a:t>Legacy</a:t>
            </a:r>
          </a:p>
          <a:p>
            <a:r>
              <a:rPr lang="en-US" dirty="0"/>
              <a:t>The Shanghai Communiqué remains a cornerstone of U.S.-China relations. Its framework of managing differences while fostering cooperation has influenced bilateral relations for decades, even as tensions periodically arise over trade, security, and Taiwan. It represents a pragmatic approach to diplomacy, where nations with starkly different systems found common ground to pursue mutual interests.</a:t>
            </a:r>
          </a:p>
          <a:p>
            <a:r>
              <a:rPr lang="en-US" dirty="0"/>
              <a:t>4o</a:t>
            </a:r>
          </a:p>
          <a:p>
            <a:endParaRPr lang="en-US" dirty="0"/>
          </a:p>
        </p:txBody>
      </p:sp>
      <p:sp>
        <p:nvSpPr>
          <p:cNvPr id="4" name="Slide Number Placeholder 3"/>
          <p:cNvSpPr>
            <a:spLocks noGrp="1"/>
          </p:cNvSpPr>
          <p:nvPr>
            <p:ph type="sldNum" sz="quarter" idx="5"/>
          </p:nvPr>
        </p:nvSpPr>
        <p:spPr/>
        <p:txBody>
          <a:bodyPr/>
          <a:lstStyle/>
          <a:p>
            <a:fld id="{D70B9087-5F15-4291-84FD-2EC196C97CAE}" type="slidenum">
              <a:rPr lang="en-US" altLang="en-US" smtClean="0"/>
              <a:pPr/>
              <a:t>36</a:t>
            </a:fld>
            <a:endParaRPr lang="en-US" altLang="en-US"/>
          </a:p>
        </p:txBody>
      </p:sp>
    </p:spTree>
    <p:extLst>
      <p:ext uri="{BB962C8B-B14F-4D97-AF65-F5344CB8AC3E}">
        <p14:creationId xmlns:p14="http://schemas.microsoft.com/office/powerpoint/2010/main" val="20809175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13FE439C-D40A-42C8-84AE-3FC8672D3D0C}" type="slidenum">
              <a:rPr lang="en-US" altLang="en-US" smtClean="0"/>
              <a:pPr/>
              <a:t>‹#›</a:t>
            </a:fld>
            <a:endParaRPr lang="en-US" altLang="en-US"/>
          </a:p>
        </p:txBody>
      </p:sp>
    </p:spTree>
    <p:extLst>
      <p:ext uri="{BB962C8B-B14F-4D97-AF65-F5344CB8AC3E}">
        <p14:creationId xmlns:p14="http://schemas.microsoft.com/office/powerpoint/2010/main" val="3865572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91BCFCA7-332D-418C-8691-840A694B7612}" type="slidenum">
              <a:rPr lang="en-US" altLang="en-US" smtClean="0"/>
              <a:pPr/>
              <a:t>‹#›</a:t>
            </a:fld>
            <a:endParaRPr lang="en-US" altLang="en-US"/>
          </a:p>
        </p:txBody>
      </p:sp>
    </p:spTree>
    <p:extLst>
      <p:ext uri="{BB962C8B-B14F-4D97-AF65-F5344CB8AC3E}">
        <p14:creationId xmlns:p14="http://schemas.microsoft.com/office/powerpoint/2010/main" val="22541661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57AB8A9B-F512-4FE9-A649-6548F4E5DDA7}" type="slidenum">
              <a:rPr lang="en-US" altLang="en-US" smtClean="0"/>
              <a:pPr/>
              <a:t>‹#›</a:t>
            </a:fld>
            <a:endParaRPr lang="en-US" altLang="en-US"/>
          </a:p>
        </p:txBody>
      </p:sp>
    </p:spTree>
    <p:extLst>
      <p:ext uri="{BB962C8B-B14F-4D97-AF65-F5344CB8AC3E}">
        <p14:creationId xmlns:p14="http://schemas.microsoft.com/office/powerpoint/2010/main" val="23908618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626D3315-B3A9-4531-8F62-96115D35F4C3}" type="slidenum">
              <a:rPr lang="en-US" altLang="en-US" smtClean="0"/>
              <a:pPr/>
              <a:t>‹#›</a:t>
            </a:fld>
            <a:endParaRPr lang="en-US" altLang="en-US"/>
          </a:p>
        </p:txBody>
      </p:sp>
    </p:spTree>
    <p:extLst>
      <p:ext uri="{BB962C8B-B14F-4D97-AF65-F5344CB8AC3E}">
        <p14:creationId xmlns:p14="http://schemas.microsoft.com/office/powerpoint/2010/main" val="39481139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fld id="{E1E7C58A-0881-4D52-8D61-03296A54F3C8}" type="slidenum">
              <a:rPr lang="en-US" altLang="en-US" smtClean="0"/>
              <a:pPr/>
              <a:t>‹#›</a:t>
            </a:fld>
            <a:endParaRPr lang="en-US" altLang="en-US"/>
          </a:p>
        </p:txBody>
      </p:sp>
    </p:spTree>
    <p:extLst>
      <p:ext uri="{BB962C8B-B14F-4D97-AF65-F5344CB8AC3E}">
        <p14:creationId xmlns:p14="http://schemas.microsoft.com/office/powerpoint/2010/main" val="41840587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pPr>
              <a:defRPr/>
            </a:pPr>
            <a:endParaRPr lang="en-US"/>
          </a:p>
        </p:txBody>
      </p:sp>
      <p:sp>
        <p:nvSpPr>
          <p:cNvPr id="5" name="Footer Placeholder 3"/>
          <p:cNvSpPr>
            <a:spLocks noGrp="1"/>
          </p:cNvSpPr>
          <p:nvPr>
            <p:ph type="ftr" sz="quarter" idx="11"/>
          </p:nvPr>
        </p:nvSpPr>
        <p:spPr/>
        <p:txBody>
          <a:bodyPr/>
          <a:lstStyle/>
          <a:p>
            <a:pPr>
              <a:defRPr/>
            </a:pPr>
            <a:endParaRPr lang="en-US"/>
          </a:p>
        </p:txBody>
      </p:sp>
      <p:sp>
        <p:nvSpPr>
          <p:cNvPr id="6" name="Slide Number Placeholder 4"/>
          <p:cNvSpPr>
            <a:spLocks noGrp="1"/>
          </p:cNvSpPr>
          <p:nvPr>
            <p:ph type="sldNum" sz="quarter" idx="12"/>
          </p:nvPr>
        </p:nvSpPr>
        <p:spPr/>
        <p:txBody>
          <a:bodyPr/>
          <a:lstStyle/>
          <a:p>
            <a:fld id="{ECFF06B8-EC08-43BC-AA86-C4F5CE432CF6}" type="slidenum">
              <a:rPr lang="en-US" altLang="en-US" smtClean="0"/>
              <a:pPr/>
              <a:t>‹#›</a:t>
            </a:fld>
            <a:endParaRPr lang="en-US" altLang="en-US"/>
          </a:p>
        </p:txBody>
      </p:sp>
    </p:spTree>
    <p:extLst>
      <p:ext uri="{BB962C8B-B14F-4D97-AF65-F5344CB8AC3E}">
        <p14:creationId xmlns:p14="http://schemas.microsoft.com/office/powerpoint/2010/main" val="1238357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pPr>
              <a:defRPr/>
            </a:pPr>
            <a:endParaRPr lang="en-US"/>
          </a:p>
        </p:txBody>
      </p:sp>
      <p:sp>
        <p:nvSpPr>
          <p:cNvPr id="5" name="Footer Placeholder 2"/>
          <p:cNvSpPr>
            <a:spLocks noGrp="1"/>
          </p:cNvSpPr>
          <p:nvPr>
            <p:ph type="ftr" sz="quarter" idx="11"/>
          </p:nvPr>
        </p:nvSpPr>
        <p:spPr/>
        <p:txBody>
          <a:bodyPr/>
          <a:lstStyle/>
          <a:p>
            <a:pPr>
              <a:defRPr/>
            </a:pPr>
            <a:endParaRPr lang="en-US"/>
          </a:p>
        </p:txBody>
      </p:sp>
      <p:sp>
        <p:nvSpPr>
          <p:cNvPr id="6" name="Slide Number Placeholder 3"/>
          <p:cNvSpPr>
            <a:spLocks noGrp="1"/>
          </p:cNvSpPr>
          <p:nvPr>
            <p:ph type="sldNum" sz="quarter" idx="12"/>
          </p:nvPr>
        </p:nvSpPr>
        <p:spPr/>
        <p:txBody>
          <a:bodyPr/>
          <a:lstStyle/>
          <a:p>
            <a:fld id="{4C186E45-4017-47E2-8B70-57142DFFEE49}" type="slidenum">
              <a:rPr lang="en-US" altLang="en-US" smtClean="0"/>
              <a:pPr/>
              <a:t>‹#›</a:t>
            </a:fld>
            <a:endParaRPr lang="en-US" altLang="en-US"/>
          </a:p>
        </p:txBody>
      </p:sp>
    </p:spTree>
    <p:extLst>
      <p:ext uri="{BB962C8B-B14F-4D97-AF65-F5344CB8AC3E}">
        <p14:creationId xmlns:p14="http://schemas.microsoft.com/office/powerpoint/2010/main" val="8223947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pPr>
              <a:defRPr/>
            </a:pPr>
            <a:endParaRPr lang="en-US"/>
          </a:p>
        </p:txBody>
      </p:sp>
      <p:sp>
        <p:nvSpPr>
          <p:cNvPr id="5" name="Footer Placeholder 5"/>
          <p:cNvSpPr>
            <a:spLocks noGrp="1"/>
          </p:cNvSpPr>
          <p:nvPr>
            <p:ph type="ftr" sz="quarter" idx="11"/>
          </p:nvPr>
        </p:nvSpPr>
        <p:spPr/>
        <p:txBody>
          <a:bodyPr/>
          <a:lstStyle/>
          <a:p>
            <a:pPr>
              <a:defRPr/>
            </a:pPr>
            <a:endParaRPr lang="en-US"/>
          </a:p>
        </p:txBody>
      </p:sp>
      <p:sp>
        <p:nvSpPr>
          <p:cNvPr id="6" name="Slide Number Placeholder 6"/>
          <p:cNvSpPr>
            <a:spLocks noGrp="1"/>
          </p:cNvSpPr>
          <p:nvPr>
            <p:ph type="sldNum" sz="quarter" idx="12"/>
          </p:nvPr>
        </p:nvSpPr>
        <p:spPr/>
        <p:txBody>
          <a:bodyPr/>
          <a:lstStyle/>
          <a:p>
            <a:fld id="{E25FF510-E6E3-49B1-B760-0D873241259F}" type="slidenum">
              <a:rPr lang="en-US" altLang="en-US" smtClean="0"/>
              <a:pPr/>
              <a:t>‹#›</a:t>
            </a:fld>
            <a:endParaRPr lang="en-US" altLang="en-US"/>
          </a:p>
        </p:txBody>
      </p:sp>
    </p:spTree>
    <p:extLst>
      <p:ext uri="{BB962C8B-B14F-4D97-AF65-F5344CB8AC3E}">
        <p14:creationId xmlns:p14="http://schemas.microsoft.com/office/powerpoint/2010/main" val="11960364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A4A1FEEF-99E3-41A7-8A04-70F116197E16}" type="slidenum">
              <a:rPr lang="en-US" altLang="en-US" smtClean="0"/>
              <a:pPr/>
              <a:t>‹#›</a:t>
            </a:fld>
            <a:endParaRPr lang="en-US" altLang="en-US"/>
          </a:p>
        </p:txBody>
      </p:sp>
    </p:spTree>
    <p:extLst>
      <p:ext uri="{BB962C8B-B14F-4D97-AF65-F5344CB8AC3E}">
        <p14:creationId xmlns:p14="http://schemas.microsoft.com/office/powerpoint/2010/main" val="33870563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35BA33DF-3B9D-4EE2-A855-5885E582A6D2}" type="slidenum">
              <a:rPr lang="en-US" altLang="en-US" smtClean="0"/>
              <a:pPr/>
              <a:t>‹#›</a:t>
            </a:fld>
            <a:endParaRPr lang="en-US" altLang="en-US"/>
          </a:p>
        </p:txBody>
      </p:sp>
    </p:spTree>
    <p:extLst>
      <p:ext uri="{BB962C8B-B14F-4D97-AF65-F5344CB8AC3E}">
        <p14:creationId xmlns:p14="http://schemas.microsoft.com/office/powerpoint/2010/main" val="15855776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35BA33DF-3B9D-4EE2-A855-5885E582A6D2}" type="slidenum">
              <a:rPr lang="en-US" altLang="en-US" smtClean="0"/>
              <a:pPr/>
              <a:t>‹#›</a:t>
            </a:fld>
            <a:endParaRPr lang="en-US" altLang="en-US"/>
          </a:p>
        </p:txBody>
      </p:sp>
    </p:spTree>
    <p:extLst>
      <p:ext uri="{BB962C8B-B14F-4D97-AF65-F5344CB8AC3E}">
        <p14:creationId xmlns:p14="http://schemas.microsoft.com/office/powerpoint/2010/main" val="15410060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35BA33DF-3B9D-4EE2-A855-5885E582A6D2}" type="slidenum">
              <a:rPr lang="en-US" altLang="en-US" smtClean="0"/>
              <a:pPr/>
              <a:t>‹#›</a:t>
            </a:fld>
            <a:endParaRPr lang="en-US" alt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6909528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35BA33DF-3B9D-4EE2-A855-5885E582A6D2}" type="slidenum">
              <a:rPr lang="en-US" altLang="en-US" smtClean="0"/>
              <a:pPr/>
              <a:t>‹#›</a:t>
            </a:fld>
            <a:endParaRPr lang="en-US" altLang="en-US"/>
          </a:p>
        </p:txBody>
      </p:sp>
    </p:spTree>
    <p:extLst>
      <p:ext uri="{BB962C8B-B14F-4D97-AF65-F5344CB8AC3E}">
        <p14:creationId xmlns:p14="http://schemas.microsoft.com/office/powerpoint/2010/main" val="38516945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pPr>
              <a:defRPr/>
            </a:pPr>
            <a:endParaRPr lang="en-US"/>
          </a:p>
        </p:txBody>
      </p:sp>
      <p:sp>
        <p:nvSpPr>
          <p:cNvPr id="4"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35BA33DF-3B9D-4EE2-A855-5885E582A6D2}" type="slidenum">
              <a:rPr lang="en-US" altLang="en-US" smtClean="0"/>
              <a:pPr/>
              <a:t>‹#›</a:t>
            </a:fld>
            <a:endParaRPr lang="en-US" altLang="en-US"/>
          </a:p>
        </p:txBody>
      </p:sp>
    </p:spTree>
    <p:extLst>
      <p:ext uri="{BB962C8B-B14F-4D97-AF65-F5344CB8AC3E}">
        <p14:creationId xmlns:p14="http://schemas.microsoft.com/office/powerpoint/2010/main" val="1113271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pPr>
              <a:defRPr/>
            </a:pPr>
            <a:endParaRPr lang="en-US"/>
          </a:p>
        </p:txBody>
      </p:sp>
      <p:sp>
        <p:nvSpPr>
          <p:cNvPr id="4"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35BA33DF-3B9D-4EE2-A855-5885E582A6D2}" type="slidenum">
              <a:rPr lang="en-US" altLang="en-US" smtClean="0"/>
              <a:pPr/>
              <a:t>‹#›</a:t>
            </a:fld>
            <a:endParaRPr lang="en-US" altLang="en-US"/>
          </a:p>
        </p:txBody>
      </p:sp>
    </p:spTree>
    <p:extLst>
      <p:ext uri="{BB962C8B-B14F-4D97-AF65-F5344CB8AC3E}">
        <p14:creationId xmlns:p14="http://schemas.microsoft.com/office/powerpoint/2010/main" val="21696015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F26C03DC-AAC4-4C47-A9DE-D357A96A46BB}" type="slidenum">
              <a:rPr lang="en-US" altLang="en-US" smtClean="0"/>
              <a:pPr/>
              <a:t>‹#›</a:t>
            </a:fld>
            <a:endParaRPr lang="en-US" altLang="en-US"/>
          </a:p>
        </p:txBody>
      </p:sp>
    </p:spTree>
    <p:extLst>
      <p:ext uri="{BB962C8B-B14F-4D97-AF65-F5344CB8AC3E}">
        <p14:creationId xmlns:p14="http://schemas.microsoft.com/office/powerpoint/2010/main" val="38328822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F18526E3-5A7E-47C7-9B2A-8DA3E3073DD1}" type="slidenum">
              <a:rPr lang="en-US" altLang="en-US" smtClean="0"/>
              <a:pPr/>
              <a:t>‹#›</a:t>
            </a:fld>
            <a:endParaRPr lang="en-US" altLang="en-US"/>
          </a:p>
        </p:txBody>
      </p:sp>
    </p:spTree>
    <p:extLst>
      <p:ext uri="{BB962C8B-B14F-4D97-AF65-F5344CB8AC3E}">
        <p14:creationId xmlns:p14="http://schemas.microsoft.com/office/powerpoint/2010/main" val="391793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pPr>
              <a:defRPr/>
            </a:pPr>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pPr>
              <a:defRPr/>
            </a:pPr>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35BA33DF-3B9D-4EE2-A855-5885E582A6D2}" type="slidenum">
              <a:rPr lang="en-US" altLang="en-US" smtClean="0"/>
              <a:pPr/>
              <a:t>‹#›</a:t>
            </a:fld>
            <a:endParaRPr lang="en-US" altLang="en-US"/>
          </a:p>
        </p:txBody>
      </p:sp>
    </p:spTree>
    <p:extLst>
      <p:ext uri="{BB962C8B-B14F-4D97-AF65-F5344CB8AC3E}">
        <p14:creationId xmlns:p14="http://schemas.microsoft.com/office/powerpoint/2010/main" val="159869600"/>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pPr eaLnBrk="1" hangingPunct="1"/>
            <a:r>
              <a:rPr lang="en-US" altLang="en-US"/>
              <a:t>China Under  Mao</a:t>
            </a:r>
            <a:br>
              <a:rPr lang="en-US" altLang="en-US"/>
            </a:br>
            <a:r>
              <a:rPr lang="en-US" altLang="en-US"/>
              <a:t>(1949-1976)</a:t>
            </a:r>
          </a:p>
        </p:txBody>
      </p:sp>
      <p:sp>
        <p:nvSpPr>
          <p:cNvPr id="2051" name="Rectangle 3"/>
          <p:cNvSpPr>
            <a:spLocks noGrp="1" noChangeArrowheads="1"/>
          </p:cNvSpPr>
          <p:nvPr>
            <p:ph type="subTitle" idx="1"/>
          </p:nvPr>
        </p:nvSpPr>
        <p:spPr/>
        <p:txBody>
          <a:bodyPr/>
          <a:lstStyle/>
          <a:p>
            <a:pPr eaLnBrk="1" hangingPunct="1"/>
            <a:r>
              <a:rPr lang="en-US" altLang="en-US"/>
              <a:t>Chapter 27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pPr eaLnBrk="1" hangingPunct="1"/>
            <a:r>
              <a:rPr lang="en-US" altLang="en-US"/>
              <a:t>The Party in Power</a:t>
            </a:r>
          </a:p>
        </p:txBody>
      </p:sp>
      <p:sp>
        <p:nvSpPr>
          <p:cNvPr id="3075" name="Content Placeholder 2"/>
          <p:cNvSpPr>
            <a:spLocks noGrp="1"/>
          </p:cNvSpPr>
          <p:nvPr>
            <p:ph idx="1"/>
          </p:nvPr>
        </p:nvSpPr>
        <p:spPr>
          <a:xfrm>
            <a:off x="1981200" y="1600200"/>
            <a:ext cx="8229600" cy="4917848"/>
          </a:xfrm>
        </p:spPr>
        <p:txBody>
          <a:bodyPr/>
          <a:lstStyle/>
          <a:p>
            <a:pPr eaLnBrk="1" hangingPunct="1"/>
            <a:r>
              <a:rPr lang="en-US" altLang="en-US" dirty="0"/>
              <a:t>Creation of the “New China”</a:t>
            </a:r>
          </a:p>
          <a:p>
            <a:pPr eaLnBrk="1" hangingPunct="1"/>
            <a:r>
              <a:rPr lang="en-US" altLang="en-US" dirty="0"/>
              <a:t>Soviet Model adopted with modifications</a:t>
            </a:r>
          </a:p>
          <a:p>
            <a:pPr lvl="1" eaLnBrk="1" hangingPunct="1"/>
            <a:r>
              <a:rPr lang="en-US" altLang="en-US" dirty="0"/>
              <a:t>“People’s Democratic Dictatorship”</a:t>
            </a:r>
          </a:p>
          <a:p>
            <a:pPr eaLnBrk="1" hangingPunct="1"/>
            <a:r>
              <a:rPr lang="en-US" altLang="en-US" dirty="0"/>
              <a:t>Real power lay with Party</a:t>
            </a:r>
          </a:p>
          <a:p>
            <a:pPr lvl="1" eaLnBrk="1" hangingPunct="1"/>
            <a:r>
              <a:rPr lang="en-US" altLang="en-US" dirty="0"/>
              <a:t>PLA beholden to party not government</a:t>
            </a:r>
          </a:p>
          <a:p>
            <a:pPr lvl="1" eaLnBrk="1" hangingPunct="1"/>
            <a:r>
              <a:rPr lang="en-US" altLang="en-US" dirty="0"/>
              <a:t>1 million branch party committees</a:t>
            </a:r>
          </a:p>
          <a:p>
            <a:pPr lvl="1" eaLnBrk="1" hangingPunct="1"/>
            <a:r>
              <a:rPr lang="en-US" altLang="en-US" dirty="0"/>
              <a:t>“democratic centralization” creation of Central Committee, Politburo, and Standing Committee</a:t>
            </a:r>
          </a:p>
          <a:p>
            <a:pPr eaLnBrk="1" hangingPunct="1"/>
            <a:r>
              <a:rPr lang="en-US" altLang="en-US" sz="2800" dirty="0"/>
              <a:t>Mao chairs top positions; treated like emperor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pPr eaLnBrk="1" hangingPunct="1"/>
            <a:r>
              <a:rPr lang="en-US" altLang="en-US"/>
              <a:t>Enormous Challenges</a:t>
            </a:r>
          </a:p>
        </p:txBody>
      </p:sp>
      <p:sp>
        <p:nvSpPr>
          <p:cNvPr id="4099" name="Content Placeholder 2"/>
          <p:cNvSpPr>
            <a:spLocks noGrp="1"/>
          </p:cNvSpPr>
          <p:nvPr>
            <p:ph idx="1"/>
          </p:nvPr>
        </p:nvSpPr>
        <p:spPr/>
        <p:txBody>
          <a:bodyPr/>
          <a:lstStyle/>
          <a:p>
            <a:pPr eaLnBrk="1" hangingPunct="1"/>
            <a:r>
              <a:rPr lang="en-US" altLang="en-US"/>
              <a:t>Economy and infrastructure in shambles</a:t>
            </a:r>
          </a:p>
          <a:p>
            <a:pPr eaLnBrk="1" hangingPunct="1"/>
            <a:r>
              <a:rPr lang="en-US" altLang="en-US"/>
              <a:t>Japanese collaborators or Nationalist appointees could not be trusted</a:t>
            </a:r>
          </a:p>
          <a:p>
            <a:pPr eaLnBrk="1" hangingPunct="1"/>
            <a:r>
              <a:rPr lang="en-US" altLang="en-US"/>
              <a:t>Chiang Kaishek transfers army to Taiwan; continues to claim legitimacy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pPr eaLnBrk="1" hangingPunct="1"/>
            <a:r>
              <a:rPr lang="en-US" altLang="en-US"/>
              <a:t>Moscow Trip</a:t>
            </a:r>
          </a:p>
        </p:txBody>
      </p:sp>
      <p:sp>
        <p:nvSpPr>
          <p:cNvPr id="5123" name="Content Placeholder 2"/>
          <p:cNvSpPr>
            <a:spLocks noGrp="1"/>
          </p:cNvSpPr>
          <p:nvPr>
            <p:ph idx="1"/>
          </p:nvPr>
        </p:nvSpPr>
        <p:spPr>
          <a:xfrm>
            <a:off x="1981200" y="1600200"/>
            <a:ext cx="8229600" cy="4800600"/>
          </a:xfrm>
        </p:spPr>
        <p:txBody>
          <a:bodyPr/>
          <a:lstStyle/>
          <a:p>
            <a:pPr eaLnBrk="1" hangingPunct="1"/>
            <a:r>
              <a:rPr lang="en-US" altLang="en-US"/>
              <a:t>December 1949, Mao visits Moscow</a:t>
            </a:r>
          </a:p>
          <a:p>
            <a:pPr lvl="1" eaLnBrk="1" hangingPunct="1"/>
            <a:r>
              <a:rPr lang="en-US" altLang="en-US"/>
              <a:t>First trip abroad</a:t>
            </a:r>
          </a:p>
          <a:p>
            <a:pPr eaLnBrk="1" hangingPunct="1"/>
            <a:r>
              <a:rPr lang="en-US" altLang="en-US"/>
              <a:t>Stalin kept Mao waiting for weeks</a:t>
            </a:r>
          </a:p>
          <a:p>
            <a:pPr eaLnBrk="1" hangingPunct="1"/>
            <a:r>
              <a:rPr lang="en-US" altLang="en-US"/>
              <a:t>Arranged for Soviet loans and technical assistance</a:t>
            </a:r>
          </a:p>
          <a:p>
            <a:pPr lvl="1" eaLnBrk="1" hangingPunct="1"/>
            <a:r>
              <a:rPr lang="en-US" altLang="en-US"/>
              <a:t>20,000 Chinese trainees went to Soviet Union</a:t>
            </a:r>
          </a:p>
          <a:p>
            <a:pPr lvl="1" eaLnBrk="1" hangingPunct="1"/>
            <a:r>
              <a:rPr lang="en-US" altLang="en-US"/>
              <a:t>10,000 Russians came to China to help set up heavy industry</a:t>
            </a:r>
          </a:p>
          <a:p>
            <a:pPr eaLnBrk="1" hangingPunct="1"/>
            <a:r>
              <a:rPr lang="en-US" altLang="en-US"/>
              <a:t>Paid for by Chinese grain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pPr eaLnBrk="1" hangingPunct="1"/>
            <a:r>
              <a:rPr lang="en-US" altLang="en-US"/>
              <a:t>Implementing Socialism</a:t>
            </a:r>
          </a:p>
        </p:txBody>
      </p:sp>
      <p:sp>
        <p:nvSpPr>
          <p:cNvPr id="6147" name="Content Placeholder 2"/>
          <p:cNvSpPr>
            <a:spLocks noGrp="1"/>
          </p:cNvSpPr>
          <p:nvPr>
            <p:ph idx="1"/>
          </p:nvPr>
        </p:nvSpPr>
        <p:spPr>
          <a:xfrm>
            <a:off x="1937657" y="1349830"/>
            <a:ext cx="8229600" cy="4525963"/>
          </a:xfrm>
        </p:spPr>
        <p:txBody>
          <a:bodyPr/>
          <a:lstStyle/>
          <a:p>
            <a:pPr eaLnBrk="1" hangingPunct="1"/>
            <a:r>
              <a:rPr lang="en-US" altLang="en-US" dirty="0"/>
              <a:t>Government nationalized key industries</a:t>
            </a:r>
          </a:p>
          <a:p>
            <a:pPr lvl="1" eaLnBrk="1" hangingPunct="1"/>
            <a:r>
              <a:rPr lang="en-US" altLang="en-US" dirty="0"/>
              <a:t>Banking, railroads, foreign trade</a:t>
            </a:r>
          </a:p>
          <a:p>
            <a:pPr eaLnBrk="1" hangingPunct="1"/>
            <a:r>
              <a:rPr lang="en-US" altLang="en-US" dirty="0"/>
              <a:t>In other industries, managers left in place by forced to follow party directives</a:t>
            </a:r>
          </a:p>
          <a:p>
            <a:pPr eaLnBrk="1" hangingPunct="1"/>
            <a:r>
              <a:rPr lang="en-US" altLang="en-US" dirty="0"/>
              <a:t>Pattern of massive national campaigns</a:t>
            </a:r>
          </a:p>
          <a:p>
            <a:pPr lvl="1" eaLnBrk="1" hangingPunct="1"/>
            <a:r>
              <a:rPr lang="en-US" altLang="en-US" dirty="0"/>
              <a:t>Criticism and accusations</a:t>
            </a:r>
          </a:p>
          <a:p>
            <a:pPr lvl="1" eaLnBrk="1" hangingPunct="1"/>
            <a:r>
              <a:rPr lang="en-US" altLang="en-US" dirty="0"/>
              <a:t>“three antis” – against waste, corruption, and </a:t>
            </a:r>
            <a:r>
              <a:rPr lang="en-US" altLang="en-US" dirty="0" err="1"/>
              <a:t>bureaucratism</a:t>
            </a:r>
            <a:endParaRPr lang="en-US" altLang="en-US" dirty="0"/>
          </a:p>
          <a:p>
            <a:pPr lvl="1" eaLnBrk="1" hangingPunct="1"/>
            <a:r>
              <a:rPr lang="en-US" altLang="en-US" dirty="0"/>
              <a:t>“five antis” campaign against bribery, tax evasion, fraud, stealing state property and economic secrets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eaLnBrk="1" hangingPunct="1"/>
            <a:r>
              <a:rPr lang="en-US" altLang="en-US"/>
              <a:t>Implementing Socialism</a:t>
            </a:r>
          </a:p>
        </p:txBody>
      </p:sp>
      <p:sp>
        <p:nvSpPr>
          <p:cNvPr id="7171" name="Content Placeholder 2"/>
          <p:cNvSpPr>
            <a:spLocks noGrp="1"/>
          </p:cNvSpPr>
          <p:nvPr>
            <p:ph idx="1"/>
          </p:nvPr>
        </p:nvSpPr>
        <p:spPr/>
        <p:txBody>
          <a:bodyPr/>
          <a:lstStyle/>
          <a:p>
            <a:pPr eaLnBrk="1" hangingPunct="1"/>
            <a:r>
              <a:rPr lang="en-US" altLang="en-US" dirty="0"/>
              <a:t>Accused businessmen paid restitution in form of shares; </a:t>
            </a:r>
          </a:p>
          <a:p>
            <a:pPr eaLnBrk="1" hangingPunct="1"/>
            <a:r>
              <a:rPr lang="en-US" altLang="en-US"/>
              <a:t>managers discredited but kept on as state employees</a:t>
            </a:r>
            <a:endParaRPr lang="en-US" altLang="en-US" dirty="0"/>
          </a:p>
          <a:p>
            <a:pPr eaLnBrk="1" hangingPunct="1"/>
            <a:r>
              <a:rPr lang="en-US" altLang="en-US" dirty="0"/>
              <a:t>Smaller industry gradually taken over</a:t>
            </a:r>
          </a:p>
          <a:p>
            <a:pPr eaLnBrk="1" hangingPunct="1"/>
            <a:r>
              <a:rPr lang="en-US" altLang="en-US" dirty="0"/>
              <a:t>Brought advantages of modern life to wider circles of urban and rural poor</a:t>
            </a:r>
          </a:p>
          <a:p>
            <a:pPr lvl="1" eaLnBrk="1" hangingPunct="1"/>
            <a:r>
              <a:rPr lang="en-US" altLang="en-US" sz="3200" dirty="0"/>
              <a:t>Schools, hospitals, employment, housing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pPr eaLnBrk="1" hangingPunct="1"/>
            <a:r>
              <a:rPr lang="en-US" altLang="en-US"/>
              <a:t>Ideology and Social Control</a:t>
            </a:r>
          </a:p>
        </p:txBody>
      </p:sp>
      <p:sp>
        <p:nvSpPr>
          <p:cNvPr id="8195" name="Content Placeholder 2"/>
          <p:cNvSpPr>
            <a:spLocks noGrp="1"/>
          </p:cNvSpPr>
          <p:nvPr>
            <p:ph idx="1"/>
          </p:nvPr>
        </p:nvSpPr>
        <p:spPr/>
        <p:txBody>
          <a:bodyPr/>
          <a:lstStyle/>
          <a:p>
            <a:pPr eaLnBrk="1" hangingPunct="1"/>
            <a:r>
              <a:rPr lang="en-US" altLang="en-US"/>
              <a:t>“Liberation” from yoke of the past; China to become socialist, egalitarian, and forward looking</a:t>
            </a:r>
          </a:p>
          <a:p>
            <a:pPr eaLnBrk="1" hangingPunct="1"/>
            <a:r>
              <a:rPr lang="en-US" altLang="en-US"/>
              <a:t>Mao Zedong Thought</a:t>
            </a:r>
          </a:p>
          <a:p>
            <a:pPr eaLnBrk="1" hangingPunct="1"/>
            <a:r>
              <a:rPr lang="en-US" altLang="en-US"/>
              <a:t>Propaganda departments</a:t>
            </a:r>
          </a:p>
          <a:p>
            <a:pPr lvl="1" eaLnBrk="1" hangingPunct="1"/>
            <a:r>
              <a:rPr lang="en-US" altLang="en-US"/>
              <a:t>Control schools, publishing, art</a:t>
            </a:r>
          </a:p>
          <a:p>
            <a:pPr lvl="1" eaLnBrk="1" hangingPunct="1"/>
            <a:r>
              <a:rPr lang="en-US" altLang="en-US"/>
              <a:t>Mass organizations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2008710" y="452718"/>
            <a:ext cx="8202090" cy="1400530"/>
          </a:xfrm>
        </p:spPr>
        <p:txBody>
          <a:bodyPr/>
          <a:lstStyle/>
          <a:p>
            <a:pPr eaLnBrk="1" hangingPunct="1"/>
            <a:r>
              <a:rPr lang="en-US" altLang="en-US" dirty="0"/>
              <a:t>Ideology and Social Control</a:t>
            </a:r>
          </a:p>
        </p:txBody>
      </p:sp>
      <p:sp>
        <p:nvSpPr>
          <p:cNvPr id="9219" name="Content Placeholder 2"/>
          <p:cNvSpPr>
            <a:spLocks noGrp="1"/>
          </p:cNvSpPr>
          <p:nvPr>
            <p:ph idx="1"/>
          </p:nvPr>
        </p:nvSpPr>
        <p:spPr>
          <a:xfrm>
            <a:off x="2008710" y="1676400"/>
            <a:ext cx="8229600" cy="4876800"/>
          </a:xfrm>
        </p:spPr>
        <p:txBody>
          <a:bodyPr>
            <a:normAutofit lnSpcReduction="10000"/>
          </a:bodyPr>
          <a:lstStyle/>
          <a:p>
            <a:pPr eaLnBrk="1" hangingPunct="1"/>
            <a:r>
              <a:rPr lang="en-US" altLang="en-US" dirty="0"/>
              <a:t>Traditional Religion and Marriage customs attacked as feudal superstition</a:t>
            </a:r>
          </a:p>
          <a:p>
            <a:pPr eaLnBrk="1" hangingPunct="1"/>
            <a:r>
              <a:rPr lang="en-US" altLang="en-US" dirty="0"/>
              <a:t>Marriage Reform Law granted women</a:t>
            </a:r>
          </a:p>
          <a:p>
            <a:pPr lvl="1" eaLnBrk="1" hangingPunct="1"/>
            <a:r>
              <a:rPr lang="en-US" altLang="en-US" sz="3200" dirty="0"/>
              <a:t>Right to choose marriage partner</a:t>
            </a:r>
          </a:p>
          <a:p>
            <a:pPr lvl="1" eaLnBrk="1" hangingPunct="1"/>
            <a:r>
              <a:rPr lang="en-US" altLang="en-US" sz="3200" dirty="0"/>
              <a:t>Right to initiate divorce</a:t>
            </a:r>
          </a:p>
          <a:p>
            <a:pPr lvl="1" eaLnBrk="1" hangingPunct="1"/>
            <a:r>
              <a:rPr lang="en-US" altLang="en-US" sz="3200" dirty="0"/>
              <a:t>Rights to property</a:t>
            </a:r>
          </a:p>
          <a:p>
            <a:pPr eaLnBrk="1" hangingPunct="1"/>
            <a:r>
              <a:rPr lang="en-US" altLang="en-US" dirty="0"/>
              <a:t>Undermining of patriarchy</a:t>
            </a:r>
          </a:p>
          <a:p>
            <a:pPr lvl="1" eaLnBrk="1" hangingPunct="1"/>
            <a:r>
              <a:rPr lang="en-US" altLang="en-US" sz="3200" dirty="0"/>
              <a:t>Collectivization of land; entry into schools; mobilization of women in work force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2008710" y="452718"/>
            <a:ext cx="8202090" cy="1400530"/>
          </a:xfrm>
        </p:spPr>
        <p:txBody>
          <a:bodyPr/>
          <a:lstStyle/>
          <a:p>
            <a:pPr eaLnBrk="1" hangingPunct="1"/>
            <a:r>
              <a:rPr lang="en-US" altLang="en-US" dirty="0"/>
              <a:t>Ideology and Social Control</a:t>
            </a:r>
          </a:p>
        </p:txBody>
      </p:sp>
      <p:sp>
        <p:nvSpPr>
          <p:cNvPr id="10243" name="Content Placeholder 2"/>
          <p:cNvSpPr>
            <a:spLocks noGrp="1"/>
          </p:cNvSpPr>
          <p:nvPr>
            <p:ph idx="1"/>
          </p:nvPr>
        </p:nvSpPr>
        <p:spPr>
          <a:xfrm>
            <a:off x="1994955" y="1853248"/>
            <a:ext cx="8229600" cy="4876800"/>
          </a:xfrm>
        </p:spPr>
        <p:txBody>
          <a:bodyPr/>
          <a:lstStyle/>
          <a:p>
            <a:pPr eaLnBrk="1" hangingPunct="1"/>
            <a:r>
              <a:rPr lang="en-US" altLang="en-US" dirty="0"/>
              <a:t>Tiananmen Square built</a:t>
            </a:r>
          </a:p>
          <a:p>
            <a:pPr lvl="1" eaLnBrk="1" hangingPunct="1"/>
            <a:r>
              <a:rPr lang="en-US" altLang="en-US" sz="3200" dirty="0"/>
              <a:t>Great Hall of the People</a:t>
            </a:r>
          </a:p>
          <a:p>
            <a:pPr lvl="1" eaLnBrk="1" hangingPunct="1"/>
            <a:r>
              <a:rPr lang="en-US" altLang="en-US" sz="3200" dirty="0"/>
              <a:t>Museum of Chinese History</a:t>
            </a:r>
          </a:p>
          <a:p>
            <a:pPr lvl="1" eaLnBrk="1" hangingPunct="1"/>
            <a:r>
              <a:rPr lang="en-US" altLang="en-US" sz="3200" dirty="0"/>
              <a:t>Monument to People's Heroes</a:t>
            </a:r>
          </a:p>
          <a:p>
            <a:pPr eaLnBrk="1" hangingPunct="1"/>
            <a:r>
              <a:rPr lang="en-US" altLang="en-US" dirty="0"/>
              <a:t>Establishment of the </a:t>
            </a:r>
            <a:r>
              <a:rPr lang="en-US" altLang="en-US" dirty="0" err="1"/>
              <a:t>danwei</a:t>
            </a:r>
            <a:r>
              <a:rPr lang="en-US" altLang="en-US" dirty="0"/>
              <a:t> (work unit)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1981200" y="76200"/>
            <a:ext cx="8229600" cy="1143000"/>
          </a:xfrm>
        </p:spPr>
        <p:txBody>
          <a:bodyPr/>
          <a:lstStyle/>
          <a:p>
            <a:pPr eaLnBrk="1" hangingPunct="1"/>
            <a:r>
              <a:rPr lang="en-US" altLang="en-US"/>
              <a:t>The Korean War</a:t>
            </a:r>
          </a:p>
        </p:txBody>
      </p:sp>
      <p:sp>
        <p:nvSpPr>
          <p:cNvPr id="11267" name="Content Placeholder 2"/>
          <p:cNvSpPr>
            <a:spLocks noGrp="1"/>
          </p:cNvSpPr>
          <p:nvPr>
            <p:ph idx="1"/>
          </p:nvPr>
        </p:nvSpPr>
        <p:spPr>
          <a:xfrm>
            <a:off x="1981200" y="1066801"/>
            <a:ext cx="8229600" cy="4525963"/>
          </a:xfrm>
        </p:spPr>
        <p:txBody>
          <a:bodyPr/>
          <a:lstStyle/>
          <a:p>
            <a:pPr eaLnBrk="1" hangingPunct="1"/>
            <a:r>
              <a:rPr lang="en-US" altLang="en-US"/>
              <a:t>Korean peninsula divided after WWII</a:t>
            </a:r>
          </a:p>
          <a:p>
            <a:pPr eaLnBrk="1" hangingPunct="1"/>
            <a:r>
              <a:rPr lang="en-US" altLang="en-US"/>
              <a:t>Stalin approves a North Korean invasion</a:t>
            </a:r>
          </a:p>
          <a:p>
            <a:pPr eaLnBrk="1" hangingPunct="1"/>
            <a:r>
              <a:rPr lang="en-US" altLang="en-US"/>
              <a:t>June 1950 North Korean Troops invade</a:t>
            </a:r>
          </a:p>
          <a:p>
            <a:pPr eaLnBrk="1" hangingPunct="1"/>
            <a:r>
              <a:rPr lang="en-US" altLang="en-US"/>
              <a:t>US leads U.N. defense of South Korea</a:t>
            </a:r>
          </a:p>
          <a:p>
            <a:pPr eaLnBrk="1" hangingPunct="1"/>
            <a:r>
              <a:rPr lang="en-US" altLang="en-US"/>
              <a:t>US and ROK forces push North Korea almost to Yalu River</a:t>
            </a:r>
          </a:p>
          <a:p>
            <a:pPr eaLnBrk="1" hangingPunct="1"/>
            <a:r>
              <a:rPr lang="en-US" altLang="en-US"/>
              <a:t>China sends 2.5 million troops across the board</a:t>
            </a:r>
          </a:p>
          <a:p>
            <a:pPr eaLnBrk="1" hangingPunct="1"/>
            <a:r>
              <a:rPr lang="en-US" altLang="en-US"/>
              <a:t>Stalemated at 32 parallel; peace talks drag on until 1953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533400" y="304800"/>
            <a:ext cx="8430690" cy="1400530"/>
          </a:xfrm>
        </p:spPr>
        <p:txBody>
          <a:bodyPr/>
          <a:lstStyle/>
          <a:p>
            <a:r>
              <a:rPr lang="en-US" altLang="en-US" dirty="0"/>
              <a:t>United States as Chief Enemy</a:t>
            </a:r>
          </a:p>
        </p:txBody>
      </p:sp>
      <p:sp>
        <p:nvSpPr>
          <p:cNvPr id="12291" name="Content Placeholder 2"/>
          <p:cNvSpPr>
            <a:spLocks noGrp="1"/>
          </p:cNvSpPr>
          <p:nvPr>
            <p:ph idx="1"/>
          </p:nvPr>
        </p:nvSpPr>
        <p:spPr>
          <a:xfrm>
            <a:off x="762000" y="1444668"/>
            <a:ext cx="9242121" cy="5105400"/>
          </a:xfrm>
        </p:spPr>
        <p:txBody>
          <a:bodyPr/>
          <a:lstStyle/>
          <a:p>
            <a:r>
              <a:rPr lang="en-US" altLang="en-US" dirty="0"/>
              <a:t>Korean war gave party legitimacy but at huge cost</a:t>
            </a:r>
          </a:p>
          <a:p>
            <a:pPr lvl="1"/>
            <a:r>
              <a:rPr lang="en-US" altLang="en-US" dirty="0"/>
              <a:t>360,000 casualties</a:t>
            </a:r>
          </a:p>
          <a:p>
            <a:pPr lvl="1"/>
            <a:r>
              <a:rPr lang="en-US" altLang="en-US" dirty="0"/>
              <a:t>US 7</a:t>
            </a:r>
            <a:r>
              <a:rPr lang="en-US" altLang="en-US" baseline="30000" dirty="0"/>
              <a:t>th</a:t>
            </a:r>
            <a:r>
              <a:rPr lang="en-US" altLang="en-US" dirty="0"/>
              <a:t> Fleet sent to Taiwan Straights</a:t>
            </a:r>
          </a:p>
          <a:p>
            <a:pPr lvl="1"/>
            <a:r>
              <a:rPr lang="en-US" altLang="en-US" dirty="0"/>
              <a:t>China vilifies US as main enemy</a:t>
            </a:r>
          </a:p>
          <a:p>
            <a:r>
              <a:rPr lang="en-US" altLang="en-US" dirty="0"/>
              <a:t>UN Embargo on China</a:t>
            </a:r>
          </a:p>
          <a:p>
            <a:pPr lvl="1"/>
            <a:r>
              <a:rPr lang="en-US" altLang="en-US" dirty="0"/>
              <a:t>China forced into self-reliance</a:t>
            </a:r>
          </a:p>
          <a:p>
            <a:r>
              <a:rPr lang="en-US" altLang="en-US" dirty="0"/>
              <a:t>China supplies Ho Chi Minh and the Vietminh</a:t>
            </a:r>
          </a:p>
          <a:p>
            <a:r>
              <a:rPr lang="en-US" altLang="en-US" dirty="0"/>
              <a:t>Expels remaining Westerners from China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dirty="0"/>
              <a:t>Campaign to Suppress “counterrevolutionaries”</a:t>
            </a:r>
          </a:p>
        </p:txBody>
      </p:sp>
      <p:sp>
        <p:nvSpPr>
          <p:cNvPr id="13315" name="Content Placeholder 2"/>
          <p:cNvSpPr>
            <a:spLocks noGrp="1"/>
          </p:cNvSpPr>
          <p:nvPr>
            <p:ph idx="1"/>
          </p:nvPr>
        </p:nvSpPr>
        <p:spPr>
          <a:xfrm>
            <a:off x="1953690" y="2362200"/>
            <a:ext cx="8229600" cy="5105400"/>
          </a:xfrm>
        </p:spPr>
        <p:txBody>
          <a:bodyPr/>
          <a:lstStyle/>
          <a:p>
            <a:r>
              <a:rPr lang="en-US" altLang="en-US" dirty="0"/>
              <a:t>March 1950 Directive to eliminate bandits</a:t>
            </a:r>
          </a:p>
          <a:p>
            <a:pPr lvl="1"/>
            <a:r>
              <a:rPr lang="en-US" altLang="en-US" dirty="0"/>
              <a:t>Response to rebellions</a:t>
            </a:r>
          </a:p>
          <a:p>
            <a:r>
              <a:rPr lang="en-US" altLang="en-US" dirty="0"/>
              <a:t>Suppressed were former KMT soldiers or officials, businessmen, former employees of Western companies, intellectuals</a:t>
            </a:r>
          </a:p>
          <a:p>
            <a:r>
              <a:rPr lang="en-US" altLang="en-US" dirty="0"/>
              <a:t>Upwards of 2 million executed; 1.6 – 6 million sent to reform labor camps </a:t>
            </a:r>
          </a:p>
          <a:p>
            <a:r>
              <a:rPr lang="en-US" altLang="en-US" dirty="0"/>
              <a:t>Population disarmed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altLang="en-US"/>
              <a:t>Economic Policies</a:t>
            </a:r>
          </a:p>
        </p:txBody>
      </p:sp>
      <p:sp>
        <p:nvSpPr>
          <p:cNvPr id="14339" name="Content Placeholder 2"/>
          <p:cNvSpPr>
            <a:spLocks noGrp="1"/>
          </p:cNvSpPr>
          <p:nvPr>
            <p:ph idx="1"/>
          </p:nvPr>
        </p:nvSpPr>
        <p:spPr/>
        <p:txBody>
          <a:bodyPr/>
          <a:lstStyle/>
          <a:p>
            <a:r>
              <a:rPr lang="en-US" altLang="en-US"/>
              <a:t>Collectivizing agriculture</a:t>
            </a:r>
          </a:p>
          <a:p>
            <a:r>
              <a:rPr lang="en-US" altLang="en-US"/>
              <a:t>Speak bitterness meetings</a:t>
            </a:r>
          </a:p>
          <a:p>
            <a:r>
              <a:rPr lang="en-US" altLang="en-US"/>
              <a:t>Gradual Collectivization</a:t>
            </a:r>
          </a:p>
          <a:p>
            <a:pPr lvl="1"/>
            <a:r>
              <a:rPr lang="en-US" altLang="en-US"/>
              <a:t>Mutual aid teams</a:t>
            </a:r>
          </a:p>
          <a:p>
            <a:pPr lvl="1"/>
            <a:r>
              <a:rPr lang="en-US" altLang="en-US"/>
              <a:t>Village producers’ cooperatives</a:t>
            </a:r>
          </a:p>
          <a:p>
            <a:r>
              <a:rPr lang="en-US" altLang="en-US"/>
              <a:t>1953 States takes over trade</a:t>
            </a:r>
          </a:p>
          <a:p>
            <a:pPr lvl="1"/>
            <a:r>
              <a:rPr lang="en-US" altLang="en-US"/>
              <a:t>Grain market</a:t>
            </a:r>
          </a:p>
          <a:p>
            <a:pPr lvl="1"/>
            <a:r>
              <a:rPr lang="en-US" altLang="en-US"/>
              <a:t>Interregional trade defined as criminal speculation</a:t>
            </a:r>
          </a:p>
          <a:p>
            <a:pPr lvl="1"/>
            <a:r>
              <a:rPr lang="en-US" altLang="en-US"/>
              <a:t>Peasants lost sideline income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altLang="en-US"/>
              <a:t>Economic Policies</a:t>
            </a:r>
          </a:p>
        </p:txBody>
      </p:sp>
      <p:sp>
        <p:nvSpPr>
          <p:cNvPr id="15363" name="Content Placeholder 2"/>
          <p:cNvSpPr>
            <a:spLocks noGrp="1"/>
          </p:cNvSpPr>
          <p:nvPr>
            <p:ph idx="1"/>
          </p:nvPr>
        </p:nvSpPr>
        <p:spPr/>
        <p:txBody>
          <a:bodyPr/>
          <a:lstStyle/>
          <a:p>
            <a:r>
              <a:rPr lang="en-US" altLang="en-US"/>
              <a:t>Speak bitterness meetings</a:t>
            </a:r>
          </a:p>
          <a:p>
            <a:r>
              <a:rPr lang="en-US" altLang="en-US"/>
              <a:t>Gradual Collectivization</a:t>
            </a:r>
          </a:p>
          <a:p>
            <a:r>
              <a:rPr lang="en-US" altLang="en-US"/>
              <a:t>1953 States takes over trade</a:t>
            </a:r>
          </a:p>
          <a:p>
            <a:r>
              <a:rPr lang="en-US" altLang="en-US"/>
              <a:t>1955 Mao’s speech accelerates collectivization</a:t>
            </a:r>
          </a:p>
          <a:p>
            <a:r>
              <a:rPr lang="en-US" altLang="en-US"/>
              <a:t>1957 Collectivization complete</a:t>
            </a:r>
          </a:p>
          <a:p>
            <a:pPr lvl="1"/>
            <a:r>
              <a:rPr lang="en-US" altLang="en-US"/>
              <a:t>Government in firm control of industrial sector</a:t>
            </a:r>
          </a:p>
          <a:p>
            <a:pPr lvl="1"/>
            <a:r>
              <a:rPr lang="en-US" altLang="en-US"/>
              <a:t>Agriculture reorganized</a:t>
            </a:r>
          </a:p>
          <a:p>
            <a:pPr lvl="1"/>
            <a:r>
              <a:rPr lang="en-US" altLang="en-US"/>
              <a:t>Widening gap between countryside and cities</a:t>
            </a:r>
          </a:p>
          <a:p>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altLang="en-US"/>
              <a:t>Economic Policies</a:t>
            </a:r>
          </a:p>
        </p:txBody>
      </p:sp>
      <p:sp>
        <p:nvSpPr>
          <p:cNvPr id="16387" name="Content Placeholder 2"/>
          <p:cNvSpPr>
            <a:spLocks noGrp="1"/>
          </p:cNvSpPr>
          <p:nvPr>
            <p:ph idx="1"/>
          </p:nvPr>
        </p:nvSpPr>
        <p:spPr/>
        <p:txBody>
          <a:bodyPr/>
          <a:lstStyle/>
          <a:p>
            <a:r>
              <a:rPr lang="en-US" altLang="en-US"/>
              <a:t>Speak bitterness meetings</a:t>
            </a:r>
          </a:p>
          <a:p>
            <a:r>
              <a:rPr lang="en-US" altLang="en-US"/>
              <a:t>Gradual Collectivization</a:t>
            </a:r>
          </a:p>
          <a:p>
            <a:r>
              <a:rPr lang="en-US" altLang="en-US"/>
              <a:t>1953 States takes over trade</a:t>
            </a:r>
          </a:p>
          <a:p>
            <a:r>
              <a:rPr lang="en-US" altLang="en-US"/>
              <a:t>1955 Mao’s speech accelerates collectivization</a:t>
            </a:r>
          </a:p>
          <a:p>
            <a:r>
              <a:rPr lang="en-US" altLang="en-US"/>
              <a:t>1957 Collectivization complete</a:t>
            </a:r>
          </a:p>
          <a:p>
            <a:r>
              <a:rPr lang="en-US" altLang="en-US"/>
              <a:t>Rural cadres became new elite in countryside</a:t>
            </a:r>
          </a:p>
          <a:p>
            <a:r>
              <a:rPr lang="en-US" altLang="en-US"/>
              <a:t>Improved lot of farmers</a:t>
            </a:r>
          </a:p>
          <a:p>
            <a:pPr lvl="1"/>
            <a:r>
              <a:rPr lang="en-US" altLang="en-US"/>
              <a:t>Schools, barefoot doctors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5630A-3676-46E6-974D-F18B6611F3EE}"/>
              </a:ext>
            </a:extLst>
          </p:cNvPr>
          <p:cNvSpPr>
            <a:spLocks noGrp="1"/>
          </p:cNvSpPr>
          <p:nvPr>
            <p:ph type="title"/>
          </p:nvPr>
        </p:nvSpPr>
        <p:spPr/>
        <p:txBody>
          <a:bodyPr/>
          <a:lstStyle/>
          <a:p>
            <a:r>
              <a:rPr lang="en-US" dirty="0"/>
              <a:t>Minorities and Autonomous Regions</a:t>
            </a:r>
          </a:p>
        </p:txBody>
      </p:sp>
      <p:sp>
        <p:nvSpPr>
          <p:cNvPr id="3" name="Content Placeholder 2">
            <a:extLst>
              <a:ext uri="{FF2B5EF4-FFF2-40B4-BE49-F238E27FC236}">
                <a16:creationId xmlns:a16="http://schemas.microsoft.com/office/drawing/2014/main" id="{9C77EED6-67D6-4490-B470-3DC07154AEBF}"/>
              </a:ext>
            </a:extLst>
          </p:cNvPr>
          <p:cNvSpPr>
            <a:spLocks noGrp="1"/>
          </p:cNvSpPr>
          <p:nvPr>
            <p:ph idx="1"/>
          </p:nvPr>
        </p:nvSpPr>
        <p:spPr>
          <a:xfrm>
            <a:off x="1103312" y="1853248"/>
            <a:ext cx="8946541" cy="4395151"/>
          </a:xfrm>
        </p:spPr>
        <p:txBody>
          <a:bodyPr>
            <a:normAutofit/>
          </a:bodyPr>
          <a:lstStyle/>
          <a:p>
            <a:r>
              <a:rPr lang="en-US" dirty="0"/>
              <a:t>Drawing on Soviet models, the PRC Constitution and early laws allowed for the establishment of ethnic autonomous regions,</a:t>
            </a:r>
          </a:p>
          <a:p>
            <a:r>
              <a:rPr lang="en-US" b="1" dirty="0"/>
              <a:t>Implementation</a:t>
            </a:r>
            <a:r>
              <a:rPr lang="en-US" dirty="0"/>
              <a:t>: Five large autonomous regions were </a:t>
            </a:r>
            <a:r>
              <a:rPr lang="en-US" dirty="0" err="1"/>
              <a:t>established:Inner</a:t>
            </a:r>
            <a:r>
              <a:rPr lang="en-US" dirty="0"/>
              <a:t> Mongolia Autonomous Region (1947, before the PRC's founding).</a:t>
            </a:r>
          </a:p>
          <a:p>
            <a:pPr lvl="1"/>
            <a:r>
              <a:rPr lang="en-US" dirty="0"/>
              <a:t>Xinjiang Uyghur Autonomous Region (1955).</a:t>
            </a:r>
          </a:p>
          <a:p>
            <a:pPr lvl="1"/>
            <a:r>
              <a:rPr lang="en-US" dirty="0"/>
              <a:t>Guangxi Zhuang Autonomous Region (1958).</a:t>
            </a:r>
          </a:p>
          <a:p>
            <a:pPr lvl="1"/>
            <a:r>
              <a:rPr lang="en-US" dirty="0"/>
              <a:t>Ningxia Hui Autonomous Region (1958).</a:t>
            </a:r>
          </a:p>
          <a:p>
            <a:pPr lvl="1"/>
            <a:r>
              <a:rPr lang="en-US" dirty="0"/>
              <a:t>Tibet Autonomous Region (1965).</a:t>
            </a:r>
          </a:p>
          <a:p>
            <a:r>
              <a:rPr lang="en-US" b="1" dirty="0"/>
              <a:t>Ethnic Classification</a:t>
            </a:r>
            <a:r>
              <a:rPr lang="en-US" dirty="0"/>
              <a:t>: massive ethnic classification project; 56 officially recognized ethnic groups (including the Han majority). </a:t>
            </a:r>
          </a:p>
        </p:txBody>
      </p:sp>
    </p:spTree>
    <p:extLst>
      <p:ext uri="{BB962C8B-B14F-4D97-AF65-F5344CB8AC3E}">
        <p14:creationId xmlns:p14="http://schemas.microsoft.com/office/powerpoint/2010/main" val="561446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51C06-1C4F-4045-9907-B496C1E88DB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0DB8AF8-0B7A-4F3F-9B07-6CF0C6661C8B}"/>
              </a:ext>
            </a:extLst>
          </p:cNvPr>
          <p:cNvSpPr>
            <a:spLocks noGrp="1"/>
          </p:cNvSpPr>
          <p:nvPr>
            <p:ph idx="1"/>
          </p:nvPr>
        </p:nvSpPr>
        <p:spPr/>
        <p:txBody>
          <a:bodyPr/>
          <a:lstStyle/>
          <a:p>
            <a:endParaRPr lang="en-US"/>
          </a:p>
        </p:txBody>
      </p:sp>
      <p:pic>
        <p:nvPicPr>
          <p:cNvPr id="1026" name="Picture 2" descr="http://en.people.cn/NMediaFile/2017/1009/FOREIGN201710091116000228238049655.jpg">
            <a:extLst>
              <a:ext uri="{FF2B5EF4-FFF2-40B4-BE49-F238E27FC236}">
                <a16:creationId xmlns:a16="http://schemas.microsoft.com/office/drawing/2014/main" id="{A40BB9ED-CD0D-4007-AC1E-C88FFE5E4F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7904" y="235858"/>
            <a:ext cx="7637356" cy="63862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28593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E6062-A96D-4766-AA02-07EF249B1B14}"/>
              </a:ext>
            </a:extLst>
          </p:cNvPr>
          <p:cNvSpPr>
            <a:spLocks noGrp="1"/>
          </p:cNvSpPr>
          <p:nvPr>
            <p:ph type="title"/>
          </p:nvPr>
        </p:nvSpPr>
        <p:spPr/>
        <p:txBody>
          <a:bodyPr/>
          <a:lstStyle/>
          <a:p>
            <a:r>
              <a:rPr lang="en-US" dirty="0"/>
              <a:t>Minorities and Autonomous Regions</a:t>
            </a:r>
          </a:p>
        </p:txBody>
      </p:sp>
      <p:sp>
        <p:nvSpPr>
          <p:cNvPr id="3" name="Content Placeholder 2">
            <a:extLst>
              <a:ext uri="{FF2B5EF4-FFF2-40B4-BE49-F238E27FC236}">
                <a16:creationId xmlns:a16="http://schemas.microsoft.com/office/drawing/2014/main" id="{A2F2D24D-A5C6-4B5B-98DB-D81103352170}"/>
              </a:ext>
            </a:extLst>
          </p:cNvPr>
          <p:cNvSpPr>
            <a:spLocks noGrp="1"/>
          </p:cNvSpPr>
          <p:nvPr>
            <p:ph idx="1"/>
          </p:nvPr>
        </p:nvSpPr>
        <p:spPr/>
        <p:txBody>
          <a:bodyPr>
            <a:normAutofit fontScale="85000" lnSpcReduction="10000"/>
          </a:bodyPr>
          <a:lstStyle/>
          <a:p>
            <a:r>
              <a:rPr lang="en-US" b="1" dirty="0"/>
              <a:t>Suppression of Religion</a:t>
            </a:r>
            <a:r>
              <a:rPr lang="en-US" dirty="0"/>
              <a:t>: Maoist ideology regarded religion as a form of feudal oppression. In minority regions with strong religious traditions, such as Tibetan Buddhism in Tibet and Islam in Xinjiang, the government:</a:t>
            </a:r>
          </a:p>
          <a:p>
            <a:pPr lvl="1"/>
            <a:r>
              <a:rPr lang="en-US" dirty="0"/>
              <a:t>Closed religious institutions.</a:t>
            </a:r>
          </a:p>
          <a:p>
            <a:pPr lvl="1"/>
            <a:r>
              <a:rPr lang="en-US" dirty="0"/>
              <a:t>Persecuted religious leaders.</a:t>
            </a:r>
          </a:p>
          <a:p>
            <a:pPr lvl="1"/>
            <a:r>
              <a:rPr lang="en-US" dirty="0"/>
              <a:t>Enforced strict secularization policies.</a:t>
            </a:r>
          </a:p>
          <a:p>
            <a:r>
              <a:rPr lang="en-US" b="1" dirty="0"/>
              <a:t>Uprisings</a:t>
            </a:r>
            <a:r>
              <a:rPr lang="en-US" dirty="0"/>
              <a:t>:</a:t>
            </a:r>
          </a:p>
          <a:p>
            <a:pPr lvl="1"/>
            <a:r>
              <a:rPr lang="en-US" dirty="0"/>
              <a:t>In Tibet, resistance to collectivization and policies undermining Tibetan Buddhism culminated in the 1959 Tibetan Uprising. </a:t>
            </a:r>
          </a:p>
          <a:p>
            <a:pPr lvl="1"/>
            <a:r>
              <a:rPr lang="en-US" dirty="0"/>
              <a:t>The Dalai Lama fled to India, and the region was brought under tighter control.</a:t>
            </a:r>
          </a:p>
          <a:p>
            <a:pPr lvl="1"/>
            <a:r>
              <a:rPr lang="en-US" dirty="0"/>
              <a:t>In Xinjiang, Uyghur and Kazakh populations resisted the government’s attempts to collectivize land and suppress Islamic practices.</a:t>
            </a:r>
          </a:p>
          <a:p>
            <a:r>
              <a:rPr lang="en-US" b="1" dirty="0"/>
              <a:t>Military Response</a:t>
            </a:r>
            <a:r>
              <a:rPr lang="en-US" dirty="0"/>
              <a:t>: The People's Liberation Army (PLA) played a significant role in suppressing uprisings and ensuring state control over these restive regions.</a:t>
            </a:r>
          </a:p>
        </p:txBody>
      </p:sp>
    </p:spTree>
    <p:extLst>
      <p:ext uri="{BB962C8B-B14F-4D97-AF65-F5344CB8AC3E}">
        <p14:creationId xmlns:p14="http://schemas.microsoft.com/office/powerpoint/2010/main" val="39180425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AD9B6-F90D-4DC4-9395-E7BC7F313FF5}"/>
              </a:ext>
            </a:extLst>
          </p:cNvPr>
          <p:cNvSpPr>
            <a:spLocks noGrp="1"/>
          </p:cNvSpPr>
          <p:nvPr>
            <p:ph type="title"/>
          </p:nvPr>
        </p:nvSpPr>
        <p:spPr/>
        <p:txBody>
          <a:bodyPr/>
          <a:lstStyle/>
          <a:p>
            <a:r>
              <a:rPr lang="en-US" dirty="0"/>
              <a:t>Minorities and Autonomous Regions</a:t>
            </a:r>
          </a:p>
        </p:txBody>
      </p:sp>
      <p:sp>
        <p:nvSpPr>
          <p:cNvPr id="3" name="Content Placeholder 2">
            <a:extLst>
              <a:ext uri="{FF2B5EF4-FFF2-40B4-BE49-F238E27FC236}">
                <a16:creationId xmlns:a16="http://schemas.microsoft.com/office/drawing/2014/main" id="{53DE0C57-AE75-450C-965A-3E0F6706279B}"/>
              </a:ext>
            </a:extLst>
          </p:cNvPr>
          <p:cNvSpPr>
            <a:spLocks noGrp="1"/>
          </p:cNvSpPr>
          <p:nvPr>
            <p:ph idx="1"/>
          </p:nvPr>
        </p:nvSpPr>
        <p:spPr/>
        <p:txBody>
          <a:bodyPr/>
          <a:lstStyle/>
          <a:p>
            <a:r>
              <a:rPr lang="en-US" b="1" dirty="0"/>
              <a:t>Han Migration</a:t>
            </a:r>
            <a:r>
              <a:rPr lang="en-US" dirty="0"/>
              <a:t>: </a:t>
            </a:r>
          </a:p>
          <a:p>
            <a:pPr lvl="1"/>
            <a:r>
              <a:rPr lang="en-US" dirty="0"/>
              <a:t>The government promoted the migration of Han Chinese into minority regions, particularly Xinjiang and Inner Mongolia, to develop resources and secure borders. </a:t>
            </a:r>
          </a:p>
          <a:p>
            <a:pPr lvl="1"/>
            <a:r>
              <a:rPr lang="en-US" dirty="0"/>
              <a:t>This led to significant demographic changes and tensions between Han migrants and local ethnic groups.</a:t>
            </a:r>
          </a:p>
        </p:txBody>
      </p:sp>
    </p:spTree>
    <p:extLst>
      <p:ext uri="{BB962C8B-B14F-4D97-AF65-F5344CB8AC3E}">
        <p14:creationId xmlns:p14="http://schemas.microsoft.com/office/powerpoint/2010/main" val="24520762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altLang="en-US"/>
              <a:t>Invasion of Tibet</a:t>
            </a:r>
          </a:p>
        </p:txBody>
      </p:sp>
      <p:sp>
        <p:nvSpPr>
          <p:cNvPr id="19459" name="Content Placeholder 2"/>
          <p:cNvSpPr>
            <a:spLocks noGrp="1"/>
          </p:cNvSpPr>
          <p:nvPr>
            <p:ph idx="1"/>
          </p:nvPr>
        </p:nvSpPr>
        <p:spPr/>
        <p:txBody>
          <a:bodyPr/>
          <a:lstStyle/>
          <a:p>
            <a:r>
              <a:rPr lang="en-US" altLang="en-US" dirty="0"/>
              <a:t>Qing dynasty exerts suzerainty over Tibet</a:t>
            </a:r>
          </a:p>
          <a:p>
            <a:pPr lvl="1"/>
            <a:r>
              <a:rPr lang="en-US" altLang="en-US" dirty="0"/>
              <a:t>Dalai Lama forced to flee to India</a:t>
            </a:r>
          </a:p>
          <a:p>
            <a:r>
              <a:rPr lang="en-US" altLang="en-US" dirty="0"/>
              <a:t>After Chinese Revolution, Tibetans expelled all Chinese; declared independence</a:t>
            </a:r>
          </a:p>
          <a:p>
            <a:r>
              <a:rPr lang="en-US" altLang="en-US" dirty="0"/>
              <a:t>Oct 1950, China invaded eastern Tibet</a:t>
            </a:r>
          </a:p>
          <a:p>
            <a:pPr lvl="1"/>
            <a:r>
              <a:rPr lang="en-US" altLang="en-US" dirty="0"/>
              <a:t>Tibetans forced to sign a treaty dictated by China</a:t>
            </a:r>
          </a:p>
          <a:p>
            <a:pPr lvl="1"/>
            <a:r>
              <a:rPr lang="en-US" altLang="en-US" dirty="0"/>
              <a:t>Established civil and military headquarters at Lhasa</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ltLang="en-US"/>
              <a:t>Invasion of Tibet</a:t>
            </a:r>
          </a:p>
        </p:txBody>
      </p:sp>
      <p:sp>
        <p:nvSpPr>
          <p:cNvPr id="20483" name="Content Placeholder 2"/>
          <p:cNvSpPr>
            <a:spLocks noGrp="1"/>
          </p:cNvSpPr>
          <p:nvPr>
            <p:ph idx="1"/>
          </p:nvPr>
        </p:nvSpPr>
        <p:spPr/>
        <p:txBody>
          <a:bodyPr/>
          <a:lstStyle/>
          <a:p>
            <a:r>
              <a:rPr lang="en-US" altLang="en-US" dirty="0"/>
              <a:t>Popular uprising in March 1959</a:t>
            </a:r>
          </a:p>
          <a:p>
            <a:pPr lvl="1"/>
            <a:r>
              <a:rPr lang="en-US" altLang="en-US" dirty="0"/>
              <a:t>Dalai Lama and ministers escape to India</a:t>
            </a:r>
          </a:p>
          <a:p>
            <a:pPr lvl="1"/>
            <a:r>
              <a:rPr lang="en-US" altLang="en-US" dirty="0"/>
              <a:t>Uprising put down by Chinese troops</a:t>
            </a:r>
          </a:p>
          <a:p>
            <a:r>
              <a:rPr lang="en-US" altLang="en-US" dirty="0"/>
              <a:t>Riots break out in 1980s; China imposes martial law.</a:t>
            </a:r>
          </a:p>
          <a:p>
            <a:r>
              <a:rPr lang="en-US" altLang="en-US" dirty="0"/>
              <a:t>Dalai Lama wins Nobel peace prize in 1989</a:t>
            </a:r>
          </a:p>
          <a:p>
            <a:endParaRPr lang="en-US"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en-US" dirty="0"/>
              <a:t>Hundred Flowers Campaign and its Aftermath</a:t>
            </a:r>
          </a:p>
        </p:txBody>
      </p:sp>
      <p:sp>
        <p:nvSpPr>
          <p:cNvPr id="22531" name="Rectangle 3"/>
          <p:cNvSpPr>
            <a:spLocks noGrp="1" noChangeArrowheads="1"/>
          </p:cNvSpPr>
          <p:nvPr>
            <p:ph idx="1"/>
          </p:nvPr>
        </p:nvSpPr>
        <p:spPr/>
        <p:txBody>
          <a:bodyPr/>
          <a:lstStyle/>
          <a:p>
            <a:r>
              <a:rPr lang="en-US" b="1" dirty="0"/>
              <a:t>Objective</a:t>
            </a:r>
            <a:r>
              <a:rPr lang="en-US" dirty="0"/>
              <a:t>: Encourage open criticism to address governance issues.</a:t>
            </a:r>
          </a:p>
          <a:p>
            <a:r>
              <a:rPr lang="en-US" b="1" dirty="0"/>
              <a:t>Context</a:t>
            </a:r>
            <a:r>
              <a:rPr lang="en-US" dirty="0"/>
              <a:t>: Inspired by Mao’s slogan, “Let a hundred flowers bloom and a hundred schools of thought contend.”</a:t>
            </a:r>
          </a:p>
          <a:p>
            <a:r>
              <a:rPr lang="en-US" b="1" dirty="0"/>
              <a:t>Criticism Topics</a:t>
            </a:r>
            <a:r>
              <a:rPr lang="en-US" dirty="0"/>
              <a:t>:</a:t>
            </a:r>
          </a:p>
          <a:p>
            <a:pPr lvl="1"/>
            <a:r>
              <a:rPr lang="en-US" dirty="0"/>
              <a:t>Bureaucracy and inefficiency.</a:t>
            </a:r>
          </a:p>
          <a:p>
            <a:pPr lvl="1"/>
            <a:r>
              <a:rPr lang="en-US" dirty="0"/>
              <a:t>Heavy-handed policies and leadership failures.</a:t>
            </a:r>
          </a:p>
          <a:p>
            <a:r>
              <a:rPr lang="en-US" b="1" dirty="0"/>
              <a:t>Temporary Liberalization</a:t>
            </a:r>
            <a:r>
              <a:rPr lang="en-US" dirty="0"/>
              <a:t>: Intellectuals and citizens voiced their concerns openly.</a:t>
            </a:r>
          </a:p>
          <a:p>
            <a:pPr eaLnBrk="1" hangingPunct="1"/>
            <a:endParaRPr lang="en-US" altLang="en-US" dirty="0"/>
          </a:p>
        </p:txBody>
      </p:sp>
    </p:spTree>
    <p:extLst>
      <p:ext uri="{BB962C8B-B14F-4D97-AF65-F5344CB8AC3E}">
        <p14:creationId xmlns:p14="http://schemas.microsoft.com/office/powerpoint/2010/main" val="2540774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en-US" dirty="0"/>
              <a:t>Hundred Flowers Campaign and its Aftermath</a:t>
            </a:r>
          </a:p>
        </p:txBody>
      </p:sp>
      <p:sp>
        <p:nvSpPr>
          <p:cNvPr id="22531" name="Rectangle 3"/>
          <p:cNvSpPr>
            <a:spLocks noGrp="1" noChangeArrowheads="1"/>
          </p:cNvSpPr>
          <p:nvPr>
            <p:ph idx="1"/>
          </p:nvPr>
        </p:nvSpPr>
        <p:spPr/>
        <p:txBody>
          <a:bodyPr>
            <a:normAutofit/>
          </a:bodyPr>
          <a:lstStyle/>
          <a:p>
            <a:r>
              <a:rPr lang="en-US" altLang="en-US" dirty="0"/>
              <a:t>Reversal of Policy: Launch of the Anti-Rightist Campaign (1957).</a:t>
            </a:r>
          </a:p>
          <a:p>
            <a:r>
              <a:rPr lang="en-US" altLang="en-US" dirty="0"/>
              <a:t>Key Actions:</a:t>
            </a:r>
          </a:p>
          <a:p>
            <a:pPr lvl="1"/>
            <a:r>
              <a:rPr lang="en-US" altLang="en-US" dirty="0"/>
              <a:t>Labeling critics as "Rightists.“</a:t>
            </a:r>
          </a:p>
          <a:p>
            <a:pPr lvl="1"/>
            <a:r>
              <a:rPr lang="en-US" altLang="en-US" dirty="0"/>
              <a:t>Persecution of intellectuals and dissenters.</a:t>
            </a:r>
          </a:p>
          <a:p>
            <a:pPr lvl="1"/>
            <a:r>
              <a:rPr lang="en-US" altLang="en-US" dirty="0"/>
              <a:t>Forced labor camps and public humiliations.</a:t>
            </a:r>
          </a:p>
          <a:p>
            <a:r>
              <a:rPr lang="en-US" altLang="en-US" dirty="0"/>
              <a:t>Consequences:</a:t>
            </a:r>
          </a:p>
          <a:p>
            <a:pPr lvl="1"/>
            <a:r>
              <a:rPr lang="en-US" altLang="en-US" dirty="0"/>
              <a:t>Suppression of free speech.</a:t>
            </a:r>
          </a:p>
          <a:p>
            <a:pPr lvl="1"/>
            <a:r>
              <a:rPr lang="en-US" altLang="en-US" dirty="0"/>
              <a:t>Fear and intellectual stagnation.</a:t>
            </a:r>
          </a:p>
          <a:p>
            <a:pPr lvl="1"/>
            <a:r>
              <a:rPr lang="en-US" altLang="en-US" dirty="0"/>
              <a:t>Consolidation of Mao’s authority.</a:t>
            </a:r>
          </a:p>
          <a:p>
            <a:r>
              <a:rPr lang="en-US" altLang="en-US" dirty="0"/>
              <a:t>Legacy: Long-term suppression of political and cultural innovation.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D15BE-D5B3-46B3-A4A6-0C24C157DC24}"/>
              </a:ext>
            </a:extLst>
          </p:cNvPr>
          <p:cNvSpPr>
            <a:spLocks noGrp="1"/>
          </p:cNvSpPr>
          <p:nvPr>
            <p:ph type="title"/>
          </p:nvPr>
        </p:nvSpPr>
        <p:spPr/>
        <p:txBody>
          <a:bodyPr/>
          <a:lstStyle/>
          <a:p>
            <a:r>
              <a:rPr lang="en-US" dirty="0"/>
              <a:t>Hundred Flowers Campaign:</a:t>
            </a:r>
            <a:br>
              <a:rPr lang="en-US" dirty="0"/>
            </a:br>
            <a:r>
              <a:rPr lang="en-US" dirty="0"/>
              <a:t>Death  Toll</a:t>
            </a:r>
          </a:p>
        </p:txBody>
      </p:sp>
      <p:sp>
        <p:nvSpPr>
          <p:cNvPr id="3" name="Content Placeholder 2">
            <a:extLst>
              <a:ext uri="{FF2B5EF4-FFF2-40B4-BE49-F238E27FC236}">
                <a16:creationId xmlns:a16="http://schemas.microsoft.com/office/drawing/2014/main" id="{0D25B44B-2AC3-48D2-A030-A51993800262}"/>
              </a:ext>
            </a:extLst>
          </p:cNvPr>
          <p:cNvSpPr>
            <a:spLocks noGrp="1"/>
          </p:cNvSpPr>
          <p:nvPr>
            <p:ph idx="1"/>
          </p:nvPr>
        </p:nvSpPr>
        <p:spPr/>
        <p:txBody>
          <a:bodyPr/>
          <a:lstStyle/>
          <a:p>
            <a:r>
              <a:rPr lang="en-US" dirty="0"/>
              <a:t>550,000 to 1 million labeled “Rightists” and sent to “Reeducation-Through-Labor-Camps”</a:t>
            </a:r>
          </a:p>
          <a:p>
            <a:r>
              <a:rPr lang="en-US" dirty="0"/>
              <a:t>Death Toll</a:t>
            </a:r>
          </a:p>
          <a:p>
            <a:pPr lvl="1"/>
            <a:r>
              <a:rPr lang="en-US" dirty="0"/>
              <a:t>Death in Camps – tens of thousands died due to</a:t>
            </a:r>
          </a:p>
          <a:p>
            <a:pPr lvl="2"/>
            <a:r>
              <a:rPr lang="en-US" dirty="0"/>
              <a:t>Harsh Labor Conditions</a:t>
            </a:r>
          </a:p>
          <a:p>
            <a:pPr lvl="2"/>
            <a:r>
              <a:rPr lang="en-US" dirty="0"/>
              <a:t>Malnutrition and starvation</a:t>
            </a:r>
          </a:p>
          <a:p>
            <a:pPr lvl="2"/>
            <a:r>
              <a:rPr lang="en-US" dirty="0"/>
              <a:t>Physical Abuse and torture</a:t>
            </a:r>
          </a:p>
          <a:p>
            <a:pPr lvl="1"/>
            <a:r>
              <a:rPr lang="en-US" dirty="0"/>
              <a:t>Many more died to </a:t>
            </a:r>
            <a:r>
              <a:rPr lang="en-US" dirty="0" err="1"/>
              <a:t>to</a:t>
            </a:r>
            <a:r>
              <a:rPr lang="en-US" dirty="0"/>
              <a:t> social ostracism, lack of livelihood, or suicide</a:t>
            </a:r>
          </a:p>
          <a:p>
            <a:pPr lvl="1"/>
            <a:r>
              <a:rPr lang="en-US" dirty="0"/>
              <a:t>Estimated death toll: 100,000 to 200,000</a:t>
            </a:r>
          </a:p>
          <a:p>
            <a:r>
              <a:rPr lang="en-US" dirty="0"/>
              <a:t>Devastated China’s intellectual and professional classes for decades</a:t>
            </a:r>
          </a:p>
        </p:txBody>
      </p:sp>
    </p:spTree>
    <p:extLst>
      <p:ext uri="{BB962C8B-B14F-4D97-AF65-F5344CB8AC3E}">
        <p14:creationId xmlns:p14="http://schemas.microsoft.com/office/powerpoint/2010/main" val="10532982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The Great Leap Forward</a:t>
            </a:r>
          </a:p>
        </p:txBody>
      </p:sp>
      <p:sp>
        <p:nvSpPr>
          <p:cNvPr id="3" name="Subtitle 2"/>
          <p:cNvSpPr>
            <a:spLocks noGrp="1"/>
          </p:cNvSpPr>
          <p:nvPr>
            <p:ph type="subTitle" idx="1"/>
          </p:nvPr>
        </p:nvSpPr>
        <p:spPr/>
        <p:txBody>
          <a:bodyPr/>
          <a:lstStyle/>
          <a:p>
            <a:r>
              <a:t>A Campaign of Ambition and Catastrophe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Goals of the Great Leap Forward</a:t>
            </a:r>
          </a:p>
        </p:txBody>
      </p:sp>
      <p:sp>
        <p:nvSpPr>
          <p:cNvPr id="3" name="Content Placeholder 2"/>
          <p:cNvSpPr>
            <a:spLocks noGrp="1"/>
          </p:cNvSpPr>
          <p:nvPr>
            <p:ph idx="1"/>
          </p:nvPr>
        </p:nvSpPr>
        <p:spPr/>
        <p:txBody>
          <a:bodyPr/>
          <a:lstStyle/>
          <a:p>
            <a:r>
              <a:rPr dirty="0"/>
              <a:t>Industrialization: Rapidly increase steel production</a:t>
            </a:r>
          </a:p>
          <a:p>
            <a:r>
              <a:rPr dirty="0"/>
              <a:t>Agricultural Modernization: Create People's Communes</a:t>
            </a:r>
          </a:p>
          <a:p>
            <a:r>
              <a:rPr dirty="0"/>
              <a:t>Self-Reliance: Decentralize production and reduce reliance on imports</a:t>
            </a:r>
          </a:p>
          <a:p>
            <a:r>
              <a:rPr dirty="0"/>
              <a:t>Vision: Transform China into an industrial and agricultural powerhouse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Policies and Implementation</a:t>
            </a:r>
          </a:p>
        </p:txBody>
      </p:sp>
      <p:sp>
        <p:nvSpPr>
          <p:cNvPr id="3" name="Content Placeholder 2"/>
          <p:cNvSpPr>
            <a:spLocks noGrp="1"/>
          </p:cNvSpPr>
          <p:nvPr>
            <p:ph idx="1"/>
          </p:nvPr>
        </p:nvSpPr>
        <p:spPr/>
        <p:txBody>
          <a:bodyPr/>
          <a:lstStyle/>
          <a:p>
            <a:r>
              <a:rPr dirty="0"/>
              <a:t>Formation of People's Communes controlling farming, labor, and daily life</a:t>
            </a:r>
          </a:p>
          <a:p>
            <a:r>
              <a:rPr dirty="0"/>
              <a:t>Backyard steel furnaces diverted labor from agriculture</a:t>
            </a:r>
          </a:p>
          <a:p>
            <a:r>
              <a:rPr dirty="0"/>
              <a:t>Inflated grain production reports led to unrealistic quotas</a:t>
            </a:r>
          </a:p>
          <a:p>
            <a:r>
              <a:rPr dirty="0"/>
              <a:t>Experiments with unscientific farming techniques (e.g., deep plowing)</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Great Leap Forward:</a:t>
            </a:r>
            <a:br>
              <a:rPr lang="en-US" dirty="0"/>
            </a:br>
            <a:r>
              <a:rPr lang="en-US" dirty="0"/>
              <a:t>Death  Toll</a:t>
            </a:r>
            <a:endParaRPr dirty="0"/>
          </a:p>
        </p:txBody>
      </p:sp>
      <p:sp>
        <p:nvSpPr>
          <p:cNvPr id="3" name="Content Placeholder 2"/>
          <p:cNvSpPr>
            <a:spLocks noGrp="1"/>
          </p:cNvSpPr>
          <p:nvPr>
            <p:ph idx="1"/>
          </p:nvPr>
        </p:nvSpPr>
        <p:spPr>
          <a:xfrm>
            <a:off x="1103312" y="2052918"/>
            <a:ext cx="9945688" cy="4195481"/>
          </a:xfrm>
        </p:spPr>
        <p:txBody>
          <a:bodyPr>
            <a:normAutofit/>
          </a:bodyPr>
          <a:lstStyle/>
          <a:p>
            <a:r>
              <a:rPr sz="2800" dirty="0"/>
              <a:t>One of the worst famines in human history (1959–1961)</a:t>
            </a:r>
          </a:p>
          <a:p>
            <a:r>
              <a:rPr sz="2800" dirty="0"/>
              <a:t>Death toll estimates: 15 to 45 million people</a:t>
            </a:r>
          </a:p>
          <a:p>
            <a:pPr lvl="1"/>
            <a:r>
              <a:rPr sz="2600" dirty="0"/>
              <a:t>Starvation, malnutrition, and disease devastated rural areas</a:t>
            </a:r>
          </a:p>
          <a:p>
            <a:pPr lvl="1"/>
            <a:r>
              <a:rPr sz="2600" dirty="0"/>
              <a:t>Grain exports prioritized while rural populations suffered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a:t>Sino-Soviet Split</a:t>
            </a:r>
          </a:p>
        </p:txBody>
      </p:sp>
      <p:sp>
        <p:nvSpPr>
          <p:cNvPr id="24579" name="Rectangle 3"/>
          <p:cNvSpPr>
            <a:spLocks noGrp="1" noChangeArrowheads="1"/>
          </p:cNvSpPr>
          <p:nvPr>
            <p:ph idx="1"/>
          </p:nvPr>
        </p:nvSpPr>
        <p:spPr>
          <a:xfrm>
            <a:off x="1233672" y="1752600"/>
            <a:ext cx="8229600" cy="4525963"/>
          </a:xfrm>
        </p:spPr>
        <p:txBody>
          <a:bodyPr>
            <a:normAutofit/>
          </a:bodyPr>
          <a:lstStyle/>
          <a:p>
            <a:pPr eaLnBrk="1" hangingPunct="1">
              <a:lnSpc>
                <a:spcPct val="90000"/>
              </a:lnSpc>
            </a:pPr>
            <a:r>
              <a:rPr lang="en-US" altLang="en-US" sz="2800" dirty="0" err="1"/>
              <a:t>Krushchev</a:t>
            </a:r>
            <a:r>
              <a:rPr lang="en-US" altLang="en-US" sz="2800" dirty="0"/>
              <a:t> refuses to give China nuclear weapons</a:t>
            </a:r>
          </a:p>
          <a:p>
            <a:pPr eaLnBrk="1" hangingPunct="1">
              <a:lnSpc>
                <a:spcPct val="90000"/>
              </a:lnSpc>
            </a:pPr>
            <a:r>
              <a:rPr lang="en-US" altLang="en-US" sz="2800" dirty="0"/>
              <a:t>Border Disputes</a:t>
            </a:r>
          </a:p>
          <a:p>
            <a:pPr lvl="1" eaLnBrk="1" hangingPunct="1">
              <a:lnSpc>
                <a:spcPct val="90000"/>
              </a:lnSpc>
            </a:pPr>
            <a:r>
              <a:rPr lang="en-US" altLang="en-US" sz="2400" dirty="0"/>
              <a:t>Refused to accept regions of Central and Northeast Asia as belonging to the USSR</a:t>
            </a:r>
          </a:p>
          <a:p>
            <a:pPr eaLnBrk="1" hangingPunct="1">
              <a:lnSpc>
                <a:spcPct val="90000"/>
              </a:lnSpc>
            </a:pPr>
            <a:r>
              <a:rPr lang="en-US" altLang="en-US" sz="2800" dirty="0"/>
              <a:t>Chinese desire for recognition</a:t>
            </a:r>
          </a:p>
          <a:p>
            <a:pPr lvl="1" eaLnBrk="1" hangingPunct="1">
              <a:lnSpc>
                <a:spcPct val="90000"/>
              </a:lnSpc>
            </a:pPr>
            <a:r>
              <a:rPr lang="en-US" altLang="en-US" sz="2400" dirty="0" err="1"/>
              <a:t>Krushchev’s</a:t>
            </a:r>
            <a:r>
              <a:rPr lang="en-US" altLang="en-US" sz="2400" dirty="0"/>
              <a:t> secret speech denouncing Stalinism and personality cults</a:t>
            </a:r>
          </a:p>
          <a:p>
            <a:pPr eaLnBrk="1" hangingPunct="1">
              <a:lnSpc>
                <a:spcPct val="90000"/>
              </a:lnSpc>
            </a:pPr>
            <a:r>
              <a:rPr lang="en-US" altLang="en-US" sz="2800" dirty="0"/>
              <a:t>Mao denounces </a:t>
            </a:r>
            <a:r>
              <a:rPr lang="en-US" altLang="en-US" sz="2800" dirty="0" err="1"/>
              <a:t>Kruschev</a:t>
            </a:r>
            <a:endParaRPr lang="en-US" altLang="en-US" sz="2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a:t>Sino-Soviet Split</a:t>
            </a:r>
          </a:p>
        </p:txBody>
      </p:sp>
      <p:sp>
        <p:nvSpPr>
          <p:cNvPr id="24579" name="Rectangle 3"/>
          <p:cNvSpPr>
            <a:spLocks noGrp="1" noChangeArrowheads="1"/>
          </p:cNvSpPr>
          <p:nvPr>
            <p:ph idx="1"/>
          </p:nvPr>
        </p:nvSpPr>
        <p:spPr>
          <a:xfrm>
            <a:off x="1233672" y="1524000"/>
            <a:ext cx="8229600" cy="4525963"/>
          </a:xfrm>
        </p:spPr>
        <p:txBody>
          <a:bodyPr>
            <a:normAutofit/>
          </a:bodyPr>
          <a:lstStyle/>
          <a:p>
            <a:pPr eaLnBrk="1" hangingPunct="1">
              <a:lnSpc>
                <a:spcPct val="90000"/>
              </a:lnSpc>
            </a:pPr>
            <a:r>
              <a:rPr lang="en-US" altLang="en-US" sz="3200" dirty="0"/>
              <a:t>1960 – Soviets withdrew their technicians, blueprints, and supplies</a:t>
            </a:r>
          </a:p>
          <a:p>
            <a:pPr eaLnBrk="1" hangingPunct="1">
              <a:lnSpc>
                <a:spcPct val="90000"/>
              </a:lnSpc>
            </a:pPr>
            <a:r>
              <a:rPr lang="en-US" altLang="en-US" sz="3200" dirty="0"/>
              <a:t>1964 China develops its own nuclear program; explodes its first nuclear device</a:t>
            </a:r>
          </a:p>
          <a:p>
            <a:pPr eaLnBrk="1" hangingPunct="1">
              <a:lnSpc>
                <a:spcPct val="90000"/>
              </a:lnSpc>
            </a:pPr>
            <a:r>
              <a:rPr lang="en-US" altLang="en-US" sz="3200" dirty="0"/>
              <a:t>Gradual rapprochement between China and USA in 1970s</a:t>
            </a:r>
          </a:p>
        </p:txBody>
      </p:sp>
    </p:spTree>
    <p:extLst>
      <p:ext uri="{BB962C8B-B14F-4D97-AF65-F5344CB8AC3E}">
        <p14:creationId xmlns:p14="http://schemas.microsoft.com/office/powerpoint/2010/main" val="32281595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The Great Proletarian Cultural Revolution</a:t>
            </a:r>
          </a:p>
        </p:txBody>
      </p:sp>
      <p:sp>
        <p:nvSpPr>
          <p:cNvPr id="3" name="Subtitle 2"/>
          <p:cNvSpPr>
            <a:spLocks noGrp="1"/>
          </p:cNvSpPr>
          <p:nvPr>
            <p:ph type="subTitle" idx="1"/>
          </p:nvPr>
        </p:nvSpPr>
        <p:spPr/>
        <p:txBody>
          <a:bodyPr/>
          <a:lstStyle/>
          <a:p>
            <a:r>
              <a:t>1966–1976: Ideological Purity and Turmoil</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Goals of the Cultural Revolution</a:t>
            </a:r>
          </a:p>
        </p:txBody>
      </p:sp>
      <p:sp>
        <p:nvSpPr>
          <p:cNvPr id="3" name="Content Placeholder 2"/>
          <p:cNvSpPr>
            <a:spLocks noGrp="1"/>
          </p:cNvSpPr>
          <p:nvPr>
            <p:ph idx="1"/>
          </p:nvPr>
        </p:nvSpPr>
        <p:spPr/>
        <p:txBody>
          <a:bodyPr/>
          <a:lstStyle/>
          <a:p>
            <a:r>
              <a:rPr dirty="0"/>
              <a:t>Reassert Mao Zedong's authority within the Communist Party</a:t>
            </a:r>
          </a:p>
          <a:p>
            <a:r>
              <a:rPr dirty="0"/>
              <a:t>Eliminate 'capitalist roaders' and consolidate Maoist ideology</a:t>
            </a:r>
          </a:p>
          <a:p>
            <a:r>
              <a:rPr dirty="0"/>
              <a:t>Destroy the 'Four </a:t>
            </a:r>
            <a:r>
              <a:rPr dirty="0" err="1"/>
              <a:t>Olds</a:t>
            </a:r>
            <a:r>
              <a:rPr dirty="0"/>
              <a:t>': Old Customs, Old Culture, Old Habits, Old Ideas</a:t>
            </a:r>
          </a:p>
          <a:p>
            <a:r>
              <a:rPr dirty="0"/>
              <a:t>Promote revolutionary values and create a classless society</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Events and Actions</a:t>
            </a:r>
          </a:p>
        </p:txBody>
      </p:sp>
      <p:sp>
        <p:nvSpPr>
          <p:cNvPr id="3" name="Content Placeholder 2"/>
          <p:cNvSpPr>
            <a:spLocks noGrp="1"/>
          </p:cNvSpPr>
          <p:nvPr>
            <p:ph idx="1"/>
          </p:nvPr>
        </p:nvSpPr>
        <p:spPr/>
        <p:txBody>
          <a:bodyPr/>
          <a:lstStyle/>
          <a:p>
            <a:r>
              <a:rPr dirty="0"/>
              <a:t>Formation of the Red Guards: Student groups enforcing revolutionary ideals</a:t>
            </a:r>
          </a:p>
          <a:p>
            <a:r>
              <a:rPr dirty="0"/>
              <a:t>Public struggle sessions and persecution of 'class enemies'</a:t>
            </a:r>
          </a:p>
          <a:p>
            <a:r>
              <a:rPr dirty="0"/>
              <a:t>Purges of high-ranking officials, including Liu Shaoqi and Deng Xiaoping</a:t>
            </a:r>
          </a:p>
          <a:p>
            <a:r>
              <a:rPr dirty="0"/>
              <a:t>Destruction of cultural artifacts and historical sites to eliminate the 'Four </a:t>
            </a:r>
            <a:r>
              <a:rPr dirty="0" err="1"/>
              <a:t>Olds</a:t>
            </a:r>
            <a:r>
              <a:rPr dirty="0"/>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Impact on Society</a:t>
            </a:r>
          </a:p>
        </p:txBody>
      </p:sp>
      <p:sp>
        <p:nvSpPr>
          <p:cNvPr id="3" name="Content Placeholder 2"/>
          <p:cNvSpPr>
            <a:spLocks noGrp="1"/>
          </p:cNvSpPr>
          <p:nvPr>
            <p:ph idx="1"/>
          </p:nvPr>
        </p:nvSpPr>
        <p:spPr/>
        <p:txBody>
          <a:bodyPr/>
          <a:lstStyle/>
          <a:p>
            <a:r>
              <a:rPr dirty="0"/>
              <a:t>Economic disruption: Decline in production due to political chaos</a:t>
            </a:r>
          </a:p>
          <a:p>
            <a:r>
              <a:rPr dirty="0"/>
              <a:t>Education collapse: Schools and universities shut down, lost generation of students</a:t>
            </a:r>
          </a:p>
          <a:p>
            <a:r>
              <a:rPr dirty="0"/>
              <a:t>Cultural destruction: Loss of artifacts, temples, and historical treasures</a:t>
            </a:r>
          </a:p>
          <a:p>
            <a:r>
              <a:rPr dirty="0"/>
              <a:t>Social trauma: Families torn apart, widespread persecution, and psychological scars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Cultural Revolution:</a:t>
            </a:r>
            <a:br>
              <a:rPr lang="en-US" dirty="0"/>
            </a:br>
            <a:r>
              <a:rPr lang="en-US" dirty="0"/>
              <a:t>Death Toll</a:t>
            </a:r>
            <a:endParaRPr dirty="0"/>
          </a:p>
        </p:txBody>
      </p:sp>
      <p:sp>
        <p:nvSpPr>
          <p:cNvPr id="3" name="Content Placeholder 2"/>
          <p:cNvSpPr>
            <a:spLocks noGrp="1"/>
          </p:cNvSpPr>
          <p:nvPr>
            <p:ph idx="1"/>
          </p:nvPr>
        </p:nvSpPr>
        <p:spPr/>
        <p:txBody>
          <a:bodyPr/>
          <a:lstStyle/>
          <a:p>
            <a:r>
              <a:rPr dirty="0"/>
              <a:t>Ended with Mao Zedong's death in 1976</a:t>
            </a:r>
          </a:p>
          <a:p>
            <a:r>
              <a:rPr dirty="0"/>
              <a:t>Arrest of the 'Gang of Four,' including Mao's wife, Jiang Qing</a:t>
            </a:r>
          </a:p>
          <a:p>
            <a:r>
              <a:rPr lang="en-US" dirty="0"/>
              <a:t>Death Toll</a:t>
            </a:r>
            <a:r>
              <a:rPr dirty="0"/>
              <a:t>: </a:t>
            </a:r>
            <a:endParaRPr lang="en-US" dirty="0"/>
          </a:p>
          <a:p>
            <a:pPr lvl="1"/>
            <a:r>
              <a:rPr dirty="0"/>
              <a:t>Over 1.5 million deaths, significant societal and economic setbacks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altLang="en-US"/>
              <a:t>Winding Down</a:t>
            </a:r>
          </a:p>
        </p:txBody>
      </p:sp>
      <p:sp>
        <p:nvSpPr>
          <p:cNvPr id="26627" name="Rectangle 3"/>
          <p:cNvSpPr>
            <a:spLocks noGrp="1" noChangeArrowheads="1"/>
          </p:cNvSpPr>
          <p:nvPr>
            <p:ph idx="1"/>
          </p:nvPr>
        </p:nvSpPr>
        <p:spPr>
          <a:xfrm>
            <a:off x="1103312" y="1524000"/>
            <a:ext cx="10402888" cy="4724399"/>
          </a:xfrm>
        </p:spPr>
        <p:txBody>
          <a:bodyPr>
            <a:normAutofit fontScale="92500" lnSpcReduction="20000"/>
          </a:bodyPr>
          <a:lstStyle/>
          <a:p>
            <a:pPr eaLnBrk="1" hangingPunct="1"/>
            <a:r>
              <a:rPr lang="en-US" altLang="en-US" dirty="0"/>
              <a:t>President Nixon Visits China, Feb 1972</a:t>
            </a:r>
          </a:p>
          <a:p>
            <a:pPr eaLnBrk="1" hangingPunct="1"/>
            <a:r>
              <a:rPr lang="en-US" altLang="en-US" dirty="0"/>
              <a:t>Shanghai Communique</a:t>
            </a:r>
          </a:p>
          <a:p>
            <a:r>
              <a:rPr lang="en-US" altLang="en-US" dirty="0"/>
              <a:t>Historic Diplomatic Breakthrough: first step toward normalizing relations between the United States and the People's Republic of China</a:t>
            </a:r>
          </a:p>
          <a:p>
            <a:r>
              <a:rPr lang="en-US" altLang="en-US" dirty="0"/>
              <a:t>Core Principles: Both nations agreed to </a:t>
            </a:r>
          </a:p>
          <a:p>
            <a:pPr lvl="1"/>
            <a:r>
              <a:rPr lang="en-US" altLang="en-US" dirty="0"/>
              <a:t>respect sovereignty, emphasized peaceful coexistence, </a:t>
            </a:r>
          </a:p>
          <a:p>
            <a:pPr lvl="1"/>
            <a:r>
              <a:rPr lang="en-US" altLang="en-US" dirty="0"/>
              <a:t>U.S. acknowledging the One-China policy without formally endorsing it.</a:t>
            </a:r>
          </a:p>
          <a:p>
            <a:r>
              <a:rPr lang="en-US" altLang="en-US" dirty="0"/>
              <a:t>Impact on Cold War Dynamics: </a:t>
            </a:r>
          </a:p>
          <a:p>
            <a:pPr lvl="1"/>
            <a:r>
              <a:rPr lang="en-US" altLang="en-US" dirty="0"/>
              <a:t>shifted the global balance of power, leveraging Sino-American rapprochement to counter the Soviet Union and</a:t>
            </a:r>
          </a:p>
          <a:p>
            <a:pPr lvl="1"/>
            <a:r>
              <a:rPr lang="en-US" altLang="en-US" dirty="0"/>
              <a:t>laying the groundwork for expanded trade, cultural exchanges, and eventual diplomatic normalization.</a:t>
            </a:r>
          </a:p>
          <a:p>
            <a:pPr eaLnBrk="1" hangingPunct="1"/>
            <a:r>
              <a:rPr lang="en-US" altLang="en-US" dirty="0"/>
              <a:t>Full Formal diplomatic relations with US in 1979</a:t>
            </a:r>
          </a:p>
          <a:p>
            <a:pPr eaLnBrk="1" hangingPunct="1"/>
            <a:r>
              <a:rPr lang="en-US" altLang="en-US" dirty="0"/>
              <a:t>Sept 9, 1979: Mao Dies</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Template>
  <TotalTime>2017</TotalTime>
  <Words>8072</Words>
  <Application>Microsoft Office PowerPoint</Application>
  <PresentationFormat>Widescreen</PresentationFormat>
  <Paragraphs>537</Paragraphs>
  <Slides>36</Slides>
  <Notes>22</Notes>
  <HiddenSlides>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Calibri</vt:lpstr>
      <vt:lpstr>Century Gothic</vt:lpstr>
      <vt:lpstr>Garamond</vt:lpstr>
      <vt:lpstr>Wingdings 3</vt:lpstr>
      <vt:lpstr>Ion</vt:lpstr>
      <vt:lpstr>China Under  Mao (1949-1976)</vt:lpstr>
      <vt:lpstr>The Party in Power</vt:lpstr>
      <vt:lpstr>Enormous Challenges</vt:lpstr>
      <vt:lpstr>Moscow Trip</vt:lpstr>
      <vt:lpstr>Implementing Socialism</vt:lpstr>
      <vt:lpstr>Implementing Socialism</vt:lpstr>
      <vt:lpstr>Ideology and Social Control</vt:lpstr>
      <vt:lpstr>Ideology and Social Control</vt:lpstr>
      <vt:lpstr>Ideology and Social Control</vt:lpstr>
      <vt:lpstr>The Korean War</vt:lpstr>
      <vt:lpstr>United States as Chief Enemy</vt:lpstr>
      <vt:lpstr>Campaign to Suppress “counterrevolutionaries”</vt:lpstr>
      <vt:lpstr>Economic Policies</vt:lpstr>
      <vt:lpstr>Economic Policies</vt:lpstr>
      <vt:lpstr>Economic Policies</vt:lpstr>
      <vt:lpstr>Minorities and Autonomous Regions</vt:lpstr>
      <vt:lpstr>PowerPoint Presentation</vt:lpstr>
      <vt:lpstr>Minorities and Autonomous Regions</vt:lpstr>
      <vt:lpstr>Minorities and Autonomous Regions</vt:lpstr>
      <vt:lpstr>Invasion of Tibet</vt:lpstr>
      <vt:lpstr>Invasion of Tibet</vt:lpstr>
      <vt:lpstr>Hundred Flowers Campaign and its Aftermath</vt:lpstr>
      <vt:lpstr>Hundred Flowers Campaign and its Aftermath</vt:lpstr>
      <vt:lpstr>Hundred Flowers Campaign: Death  Toll</vt:lpstr>
      <vt:lpstr>The Great Leap Forward</vt:lpstr>
      <vt:lpstr>Goals of the Great Leap Forward</vt:lpstr>
      <vt:lpstr>Policies and Implementation</vt:lpstr>
      <vt:lpstr>Great Leap Forward: Death  Toll</vt:lpstr>
      <vt:lpstr>Sino-Soviet Split</vt:lpstr>
      <vt:lpstr>Sino-Soviet Split</vt:lpstr>
      <vt:lpstr>The Great Proletarian Cultural Revolution</vt:lpstr>
      <vt:lpstr>Goals of the Cultural Revolution</vt:lpstr>
      <vt:lpstr>Key Events and Actions</vt:lpstr>
      <vt:lpstr>Impact on Society</vt:lpstr>
      <vt:lpstr>Cultural Revolution: Death Toll</vt:lpstr>
      <vt:lpstr>Winding Down</vt:lpstr>
    </vt:vector>
  </TitlesOfParts>
  <Manager/>
  <Company>Richland Community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China Under  Mao</dc:title>
  <dc:subject/>
  <dc:creator>Steve</dc:creator>
  <cp:keywords/>
  <dc:description/>
  <cp:lastModifiedBy>Steve Austin</cp:lastModifiedBy>
  <cp:revision>36</cp:revision>
  <dcterms:created xsi:type="dcterms:W3CDTF">2006-05-07T18:10:16Z</dcterms:created>
  <dcterms:modified xsi:type="dcterms:W3CDTF">2024-12-05T18:55:42Z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TC100690491033</vt:lpwstr>
  </property>
</Properties>
</file>