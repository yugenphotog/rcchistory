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1"/>
  </p:sldMasterIdLst>
  <p:notesMasterIdLst>
    <p:notesMasterId r:id="rId23"/>
  </p:notesMasterIdLst>
  <p:sldIdLst>
    <p:sldId id="280" r:id="rId2"/>
    <p:sldId id="257" r:id="rId3"/>
    <p:sldId id="281" r:id="rId4"/>
    <p:sldId id="282" r:id="rId5"/>
    <p:sldId id="283" r:id="rId6"/>
    <p:sldId id="284" r:id="rId7"/>
    <p:sldId id="289" r:id="rId8"/>
    <p:sldId id="294" r:id="rId9"/>
    <p:sldId id="295" r:id="rId10"/>
    <p:sldId id="286" r:id="rId11"/>
    <p:sldId id="301" r:id="rId12"/>
    <p:sldId id="302" r:id="rId13"/>
    <p:sldId id="303" r:id="rId14"/>
    <p:sldId id="287" r:id="rId15"/>
    <p:sldId id="296" r:id="rId16"/>
    <p:sldId id="300" r:id="rId17"/>
    <p:sldId id="298" r:id="rId18"/>
    <p:sldId id="288" r:id="rId19"/>
    <p:sldId id="290" r:id="rId20"/>
    <p:sldId id="291" r:id="rId21"/>
    <p:sldId id="29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0EA2AA-F300-4369-AEAC-4EAA8AA50F9C}" v="462" dt="2024-09-19T17:54:22.0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51813" autoAdjust="0"/>
  </p:normalViewPr>
  <p:slideViewPr>
    <p:cSldViewPr>
      <p:cViewPr varScale="1">
        <p:scale>
          <a:sx n="59" d="100"/>
          <a:sy n="59" d="100"/>
        </p:scale>
        <p:origin x="2556"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9a24253a5e4fde46" providerId="LiveId" clId="{87659C4C-466D-46CF-AB2D-065B403122B1}"/>
    <pc:docChg chg="custSel modSld modMainMaster">
      <pc:chgData name="" userId="9a24253a5e4fde46" providerId="LiveId" clId="{87659C4C-466D-46CF-AB2D-065B403122B1}" dt="2024-09-17T17:56:16.960" v="277" actId="14100"/>
      <pc:docMkLst>
        <pc:docMk/>
      </pc:docMkLst>
      <pc:sldChg chg="modSp">
        <pc:chgData name="" userId="9a24253a5e4fde46" providerId="LiveId" clId="{87659C4C-466D-46CF-AB2D-065B403122B1}" dt="2024-09-17T17:47:55.698" v="0"/>
        <pc:sldMkLst>
          <pc:docMk/>
          <pc:sldMk cId="0" sldId="257"/>
        </pc:sldMkLst>
        <pc:spChg chg="mod">
          <ac:chgData name="" userId="9a24253a5e4fde46" providerId="LiveId" clId="{87659C4C-466D-46CF-AB2D-065B403122B1}" dt="2024-09-17T17:47:55.698" v="0"/>
          <ac:spMkLst>
            <pc:docMk/>
            <pc:sldMk cId="0" sldId="257"/>
            <ac:spMk id="5123" creationId="{00000000-0000-0000-0000-000000000000}"/>
          </ac:spMkLst>
        </pc:spChg>
        <pc:picChg chg="mod">
          <ac:chgData name="" userId="9a24253a5e4fde46" providerId="LiveId" clId="{87659C4C-466D-46CF-AB2D-065B403122B1}" dt="2024-09-17T17:47:55.698" v="0"/>
          <ac:picMkLst>
            <pc:docMk/>
            <pc:sldMk cId="0" sldId="257"/>
            <ac:picMk id="5122" creationId="{00000000-0000-0000-0000-000000000000}"/>
          </ac:picMkLst>
        </pc:picChg>
      </pc:sldChg>
      <pc:sldChg chg="modSp">
        <pc:chgData name="" userId="9a24253a5e4fde46" providerId="LiveId" clId="{87659C4C-466D-46CF-AB2D-065B403122B1}" dt="2024-09-17T17:48:12.606" v="7" actId="14100"/>
        <pc:sldMkLst>
          <pc:docMk/>
          <pc:sldMk cId="0" sldId="281"/>
        </pc:sldMkLst>
        <pc:spChg chg="mod">
          <ac:chgData name="" userId="9a24253a5e4fde46" providerId="LiveId" clId="{87659C4C-466D-46CF-AB2D-065B403122B1}" dt="2024-09-17T17:48:12.606" v="7" actId="14100"/>
          <ac:spMkLst>
            <pc:docMk/>
            <pc:sldMk cId="0" sldId="281"/>
            <ac:spMk id="12291" creationId="{00000000-0000-0000-0000-000000000000}"/>
          </ac:spMkLst>
        </pc:spChg>
      </pc:sldChg>
      <pc:sldChg chg="modSp">
        <pc:chgData name="" userId="9a24253a5e4fde46" providerId="LiveId" clId="{87659C4C-466D-46CF-AB2D-065B403122B1}" dt="2024-09-17T17:48:21.763" v="11" actId="14100"/>
        <pc:sldMkLst>
          <pc:docMk/>
          <pc:sldMk cId="0" sldId="282"/>
        </pc:sldMkLst>
        <pc:spChg chg="mod">
          <ac:chgData name="" userId="9a24253a5e4fde46" providerId="LiveId" clId="{87659C4C-466D-46CF-AB2D-065B403122B1}" dt="2024-09-17T17:48:21.763" v="11" actId="14100"/>
          <ac:spMkLst>
            <pc:docMk/>
            <pc:sldMk cId="0" sldId="282"/>
            <ac:spMk id="13315" creationId="{00000000-0000-0000-0000-000000000000}"/>
          </ac:spMkLst>
        </pc:spChg>
      </pc:sldChg>
      <pc:sldChg chg="modSp">
        <pc:chgData name="" userId="9a24253a5e4fde46" providerId="LiveId" clId="{87659C4C-466D-46CF-AB2D-065B403122B1}" dt="2024-09-17T17:48:29.170" v="15" actId="14100"/>
        <pc:sldMkLst>
          <pc:docMk/>
          <pc:sldMk cId="0" sldId="283"/>
        </pc:sldMkLst>
        <pc:spChg chg="mod">
          <ac:chgData name="" userId="9a24253a5e4fde46" providerId="LiveId" clId="{87659C4C-466D-46CF-AB2D-065B403122B1}" dt="2024-09-17T17:48:29.170" v="15" actId="14100"/>
          <ac:spMkLst>
            <pc:docMk/>
            <pc:sldMk cId="0" sldId="283"/>
            <ac:spMk id="14339" creationId="{00000000-0000-0000-0000-000000000000}"/>
          </ac:spMkLst>
        </pc:spChg>
      </pc:sldChg>
      <pc:sldChg chg="modSp">
        <pc:chgData name="" userId="9a24253a5e4fde46" providerId="LiveId" clId="{87659C4C-466D-46CF-AB2D-065B403122B1}" dt="2024-09-17T17:48:38.061" v="19" actId="403"/>
        <pc:sldMkLst>
          <pc:docMk/>
          <pc:sldMk cId="0" sldId="284"/>
        </pc:sldMkLst>
        <pc:spChg chg="mod">
          <ac:chgData name="" userId="9a24253a5e4fde46" providerId="LiveId" clId="{87659C4C-466D-46CF-AB2D-065B403122B1}" dt="2024-09-17T17:48:38.061" v="19" actId="403"/>
          <ac:spMkLst>
            <pc:docMk/>
            <pc:sldMk cId="0" sldId="284"/>
            <ac:spMk id="15363" creationId="{00000000-0000-0000-0000-000000000000}"/>
          </ac:spMkLst>
        </pc:spChg>
      </pc:sldChg>
      <pc:sldChg chg="modSp">
        <pc:chgData name="" userId="9a24253a5e4fde46" providerId="LiveId" clId="{87659C4C-466D-46CF-AB2D-065B403122B1}" dt="2024-09-17T17:47:55.698" v="0"/>
        <pc:sldMkLst>
          <pc:docMk/>
          <pc:sldMk cId="0" sldId="286"/>
        </pc:sldMkLst>
        <pc:spChg chg="mod">
          <ac:chgData name="" userId="9a24253a5e4fde46" providerId="LiveId" clId="{87659C4C-466D-46CF-AB2D-065B403122B1}" dt="2024-09-17T17:47:55.698" v="0"/>
          <ac:spMkLst>
            <pc:docMk/>
            <pc:sldMk cId="0" sldId="286"/>
            <ac:spMk id="18435" creationId="{00000000-0000-0000-0000-000000000000}"/>
          </ac:spMkLst>
        </pc:spChg>
      </pc:sldChg>
      <pc:sldChg chg="modSp modNotes modNotesTx">
        <pc:chgData name="" userId="9a24253a5e4fde46" providerId="LiveId" clId="{87659C4C-466D-46CF-AB2D-065B403122B1}" dt="2024-09-17T17:55:57.412" v="275" actId="20577"/>
        <pc:sldMkLst>
          <pc:docMk/>
          <pc:sldMk cId="0" sldId="289"/>
        </pc:sldMkLst>
        <pc:spChg chg="mod">
          <ac:chgData name="" userId="9a24253a5e4fde46" providerId="LiveId" clId="{87659C4C-466D-46CF-AB2D-065B403122B1}" dt="2024-09-17T17:47:55.839" v="2" actId="27636"/>
          <ac:spMkLst>
            <pc:docMk/>
            <pc:sldMk cId="0" sldId="289"/>
            <ac:spMk id="21506" creationId="{00000000-0000-0000-0000-000000000000}"/>
          </ac:spMkLst>
        </pc:spChg>
        <pc:spChg chg="mod">
          <ac:chgData name="" userId="9a24253a5e4fde46" providerId="LiveId" clId="{87659C4C-466D-46CF-AB2D-065B403122B1}" dt="2024-09-17T17:55:57.412" v="275" actId="20577"/>
          <ac:spMkLst>
            <pc:docMk/>
            <pc:sldMk cId="0" sldId="289"/>
            <ac:spMk id="21507" creationId="{00000000-0000-0000-0000-000000000000}"/>
          </ac:spMkLst>
        </pc:spChg>
      </pc:sldChg>
      <pc:sldChg chg="modSp">
        <pc:chgData name="" userId="9a24253a5e4fde46" providerId="LiveId" clId="{87659C4C-466D-46CF-AB2D-065B403122B1}" dt="2024-09-17T17:47:55.698" v="0"/>
        <pc:sldMkLst>
          <pc:docMk/>
          <pc:sldMk cId="228747814" sldId="294"/>
        </pc:sldMkLst>
        <pc:spChg chg="mod">
          <ac:chgData name="" userId="9a24253a5e4fde46" providerId="LiveId" clId="{87659C4C-466D-46CF-AB2D-065B403122B1}" dt="2024-09-17T17:47:55.698" v="0"/>
          <ac:spMkLst>
            <pc:docMk/>
            <pc:sldMk cId="228747814" sldId="294"/>
            <ac:spMk id="5" creationId="{4380C0B5-6670-408E-934E-9945B33C6ADE}"/>
          </ac:spMkLst>
        </pc:spChg>
        <pc:picChg chg="mod">
          <ac:chgData name="" userId="9a24253a5e4fde46" providerId="LiveId" clId="{87659C4C-466D-46CF-AB2D-065B403122B1}" dt="2024-09-17T17:47:55.698" v="0"/>
          <ac:picMkLst>
            <pc:docMk/>
            <pc:sldMk cId="228747814" sldId="294"/>
            <ac:picMk id="4" creationId="{00000000-0000-0000-0000-000000000000}"/>
          </ac:picMkLst>
        </pc:picChg>
      </pc:sldChg>
      <pc:sldChg chg="modSp">
        <pc:chgData name="" userId="9a24253a5e4fde46" providerId="LiveId" clId="{87659C4C-466D-46CF-AB2D-065B403122B1}" dt="2024-09-17T17:56:16.960" v="277" actId="14100"/>
        <pc:sldMkLst>
          <pc:docMk/>
          <pc:sldMk cId="390678359" sldId="295"/>
        </pc:sldMkLst>
        <pc:spChg chg="mod">
          <ac:chgData name="" userId="9a24253a5e4fde46" providerId="LiveId" clId="{87659C4C-466D-46CF-AB2D-065B403122B1}" dt="2024-09-17T17:56:16.960" v="277" actId="14100"/>
          <ac:spMkLst>
            <pc:docMk/>
            <pc:sldMk cId="390678359" sldId="295"/>
            <ac:spMk id="3" creationId="{00000000-0000-0000-0000-000000000000}"/>
          </ac:spMkLst>
        </pc:spChg>
      </pc:sldChg>
      <pc:sldChg chg="modSp">
        <pc:chgData name="" userId="9a24253a5e4fde46" providerId="LiveId" clId="{87659C4C-466D-46CF-AB2D-065B403122B1}" dt="2024-09-17T17:47:55.854" v="4" actId="27636"/>
        <pc:sldMkLst>
          <pc:docMk/>
          <pc:sldMk cId="536912058" sldId="296"/>
        </pc:sldMkLst>
        <pc:spChg chg="mod">
          <ac:chgData name="" userId="9a24253a5e4fde46" providerId="LiveId" clId="{87659C4C-466D-46CF-AB2D-065B403122B1}" dt="2024-09-17T17:47:55.854" v="3" actId="27636"/>
          <ac:spMkLst>
            <pc:docMk/>
            <pc:sldMk cId="536912058" sldId="296"/>
            <ac:spMk id="2" creationId="{00000000-0000-0000-0000-000000000000}"/>
          </ac:spMkLst>
        </pc:spChg>
        <pc:spChg chg="mod">
          <ac:chgData name="" userId="9a24253a5e4fde46" providerId="LiveId" clId="{87659C4C-466D-46CF-AB2D-065B403122B1}" dt="2024-09-17T17:47:55.854" v="4" actId="27636"/>
          <ac:spMkLst>
            <pc:docMk/>
            <pc:sldMk cId="536912058" sldId="296"/>
            <ac:spMk id="3" creationId="{00000000-0000-0000-0000-000000000000}"/>
          </ac:spMkLst>
        </pc:spChg>
      </pc:sldChg>
      <pc:sldChg chg="modSp">
        <pc:chgData name="" userId="9a24253a5e4fde46" providerId="LiveId" clId="{87659C4C-466D-46CF-AB2D-065B403122B1}" dt="2024-09-17T17:47:55.698" v="0"/>
        <pc:sldMkLst>
          <pc:docMk/>
          <pc:sldMk cId="2303227409" sldId="298"/>
        </pc:sldMkLst>
        <pc:spChg chg="mod">
          <ac:chgData name="" userId="9a24253a5e4fde46" providerId="LiveId" clId="{87659C4C-466D-46CF-AB2D-065B403122B1}" dt="2024-09-17T17:47:55.698" v="0"/>
          <ac:spMkLst>
            <pc:docMk/>
            <pc:sldMk cId="2303227409" sldId="298"/>
            <ac:spMk id="5" creationId="{3B2E0578-9450-497D-AE1B-E61CD3A56CF1}"/>
          </ac:spMkLst>
        </pc:spChg>
        <pc:picChg chg="mod">
          <ac:chgData name="" userId="9a24253a5e4fde46" providerId="LiveId" clId="{87659C4C-466D-46CF-AB2D-065B403122B1}" dt="2024-09-17T17:47:55.698" v="0"/>
          <ac:picMkLst>
            <pc:docMk/>
            <pc:sldMk cId="2303227409" sldId="298"/>
            <ac:picMk id="4" creationId="{00000000-0000-0000-0000-000000000000}"/>
          </ac:picMkLst>
        </pc:picChg>
      </pc:sldChg>
      <pc:sldMasterChg chg="modSp modSldLayout">
        <pc:chgData name="" userId="9a24253a5e4fde46" providerId="LiveId" clId="{87659C4C-466D-46CF-AB2D-065B403122B1}" dt="2024-09-17T17:47:55.698" v="0"/>
        <pc:sldMasterMkLst>
          <pc:docMk/>
          <pc:sldMasterMk cId="1694125688" sldId="2147483699"/>
        </pc:sldMasterMkLst>
        <pc:spChg chg="mod">
          <ac:chgData name="" userId="9a24253a5e4fde46" providerId="LiveId" clId="{87659C4C-466D-46CF-AB2D-065B403122B1}" dt="2024-09-17T17:47:55.698" v="0"/>
          <ac:spMkLst>
            <pc:docMk/>
            <pc:sldMasterMk cId="1694125688" sldId="2147483699"/>
            <ac:spMk id="2" creationId="{00000000-0000-0000-0000-000000000000}"/>
          </ac:spMkLst>
        </pc:spChg>
        <pc:spChg chg="mod">
          <ac:chgData name="" userId="9a24253a5e4fde46" providerId="LiveId" clId="{87659C4C-466D-46CF-AB2D-065B403122B1}" dt="2024-09-17T17:47:55.698" v="0"/>
          <ac:spMkLst>
            <pc:docMk/>
            <pc:sldMasterMk cId="1694125688" sldId="2147483699"/>
            <ac:spMk id="3" creationId="{00000000-0000-0000-0000-000000000000}"/>
          </ac:spMkLst>
        </pc:spChg>
        <pc:spChg chg="mod">
          <ac:chgData name="" userId="9a24253a5e4fde46" providerId="LiveId" clId="{87659C4C-466D-46CF-AB2D-065B403122B1}" dt="2024-09-17T17:47:55.698" v="0"/>
          <ac:spMkLst>
            <pc:docMk/>
            <pc:sldMasterMk cId="1694125688" sldId="2147483699"/>
            <ac:spMk id="4" creationId="{00000000-0000-0000-0000-000000000000}"/>
          </ac:spMkLst>
        </pc:spChg>
        <pc:spChg chg="mod">
          <ac:chgData name="" userId="9a24253a5e4fde46" providerId="LiveId" clId="{87659C4C-466D-46CF-AB2D-065B403122B1}" dt="2024-09-17T17:47:55.698" v="0"/>
          <ac:spMkLst>
            <pc:docMk/>
            <pc:sldMasterMk cId="1694125688" sldId="2147483699"/>
            <ac:spMk id="5" creationId="{00000000-0000-0000-0000-000000000000}"/>
          </ac:spMkLst>
        </pc:spChg>
        <pc:spChg chg="mod">
          <ac:chgData name="" userId="9a24253a5e4fde46" providerId="LiveId" clId="{87659C4C-466D-46CF-AB2D-065B403122B1}" dt="2024-09-17T17:47:55.698" v="0"/>
          <ac:spMkLst>
            <pc:docMk/>
            <pc:sldMasterMk cId="1694125688" sldId="2147483699"/>
            <ac:spMk id="6" creationId="{00000000-0000-0000-0000-000000000000}"/>
          </ac:spMkLst>
        </pc:spChg>
        <pc:spChg chg="mod">
          <ac:chgData name="" userId="9a24253a5e4fde46" providerId="LiveId" clId="{87659C4C-466D-46CF-AB2D-065B403122B1}" dt="2024-09-17T17:47:55.698" v="0"/>
          <ac:spMkLst>
            <pc:docMk/>
            <pc:sldMasterMk cId="1694125688" sldId="2147483699"/>
            <ac:spMk id="19" creationId="{00000000-0000-0000-0000-000000000000}"/>
          </ac:spMkLst>
        </pc:spChg>
        <pc:spChg chg="mod">
          <ac:chgData name="" userId="9a24253a5e4fde46" providerId="LiveId" clId="{87659C4C-466D-46CF-AB2D-065B403122B1}" dt="2024-09-17T17:47:55.698" v="0"/>
          <ac:spMkLst>
            <pc:docMk/>
            <pc:sldMasterMk cId="1694125688" sldId="2147483699"/>
            <ac:spMk id="20" creationId="{00000000-0000-0000-0000-000000000000}"/>
          </ac:spMkLst>
        </pc:spChg>
        <pc:spChg chg="mod">
          <ac:chgData name="" userId="9a24253a5e4fde46" providerId="LiveId" clId="{87659C4C-466D-46CF-AB2D-065B403122B1}" dt="2024-09-17T17:47:55.698" v="0"/>
          <ac:spMkLst>
            <pc:docMk/>
            <pc:sldMasterMk cId="1694125688" sldId="2147483699"/>
            <ac:spMk id="21" creationId="{00000000-0000-0000-0000-000000000000}"/>
          </ac:spMkLst>
        </pc:spChg>
        <pc:spChg chg="mod">
          <ac:chgData name="" userId="9a24253a5e4fde46" providerId="LiveId" clId="{87659C4C-466D-46CF-AB2D-065B403122B1}" dt="2024-09-17T17:47:55.698" v="0"/>
          <ac:spMkLst>
            <pc:docMk/>
            <pc:sldMasterMk cId="1694125688" sldId="2147483699"/>
            <ac:spMk id="22" creationId="{00000000-0000-0000-0000-000000000000}"/>
          </ac:spMkLst>
        </pc:spChg>
        <pc:spChg chg="mod">
          <ac:chgData name="" userId="9a24253a5e4fde46" providerId="LiveId" clId="{87659C4C-466D-46CF-AB2D-065B403122B1}" dt="2024-09-17T17:47:55.698" v="0"/>
          <ac:spMkLst>
            <pc:docMk/>
            <pc:sldMasterMk cId="1694125688" sldId="2147483699"/>
            <ac:spMk id="23" creationId="{00000000-0000-0000-0000-000000000000}"/>
          </ac:spMkLst>
        </pc:spChg>
        <pc:spChg chg="mod">
          <ac:chgData name="" userId="9a24253a5e4fde46" providerId="LiveId" clId="{87659C4C-466D-46CF-AB2D-065B403122B1}" dt="2024-09-17T17:47:55.698" v="0"/>
          <ac:spMkLst>
            <pc:docMk/>
            <pc:sldMasterMk cId="1694125688" sldId="2147483699"/>
            <ac:spMk id="24" creationId="{00000000-0000-0000-0000-000000000000}"/>
          </ac:spMkLst>
        </pc:spChg>
        <pc:sldLayoutChg chg="modSp">
          <pc:chgData name="" userId="9a24253a5e4fde46" providerId="LiveId" clId="{87659C4C-466D-46CF-AB2D-065B403122B1}" dt="2024-09-17T17:47:55.698" v="0"/>
          <pc:sldLayoutMkLst>
            <pc:docMk/>
            <pc:sldMasterMk cId="1694125688" sldId="2147483699"/>
            <pc:sldLayoutMk cId="654872139" sldId="2147483700"/>
          </pc:sldLayoutMkLst>
          <pc:spChg chg="mod">
            <ac:chgData name="" userId="9a24253a5e4fde46" providerId="LiveId" clId="{87659C4C-466D-46CF-AB2D-065B403122B1}" dt="2024-09-17T17:47:55.698" v="0"/>
            <ac:spMkLst>
              <pc:docMk/>
              <pc:sldMasterMk cId="1694125688" sldId="2147483699"/>
              <pc:sldLayoutMk cId="654872139" sldId="2147483700"/>
              <ac:spMk id="2" creationId="{00000000-0000-0000-0000-000000000000}"/>
            </ac:spMkLst>
          </pc:spChg>
          <pc:spChg chg="mod">
            <ac:chgData name="" userId="9a24253a5e4fde46" providerId="LiveId" clId="{87659C4C-466D-46CF-AB2D-065B403122B1}" dt="2024-09-17T17:47:55.698" v="0"/>
            <ac:spMkLst>
              <pc:docMk/>
              <pc:sldMasterMk cId="1694125688" sldId="2147483699"/>
              <pc:sldLayoutMk cId="654872139" sldId="2147483700"/>
              <ac:spMk id="3" creationId="{00000000-0000-0000-0000-000000000000}"/>
            </ac:spMkLst>
          </pc:spChg>
        </pc:sldLayoutChg>
        <pc:sldLayoutChg chg="modSp">
          <pc:chgData name="" userId="9a24253a5e4fde46" providerId="LiveId" clId="{87659C4C-466D-46CF-AB2D-065B403122B1}" dt="2024-09-17T17:47:55.698" v="0"/>
          <pc:sldLayoutMkLst>
            <pc:docMk/>
            <pc:sldMasterMk cId="1694125688" sldId="2147483699"/>
            <pc:sldLayoutMk cId="3381763114" sldId="2147483702"/>
          </pc:sldLayoutMkLst>
          <pc:spChg chg="mod">
            <ac:chgData name="" userId="9a24253a5e4fde46" providerId="LiveId" clId="{87659C4C-466D-46CF-AB2D-065B403122B1}" dt="2024-09-17T17:47:55.698" v="0"/>
            <ac:spMkLst>
              <pc:docMk/>
              <pc:sldMasterMk cId="1694125688" sldId="2147483699"/>
              <pc:sldLayoutMk cId="3381763114" sldId="2147483702"/>
              <ac:spMk id="2" creationId="{00000000-0000-0000-0000-000000000000}"/>
            </ac:spMkLst>
          </pc:spChg>
          <pc:spChg chg="mod">
            <ac:chgData name="" userId="9a24253a5e4fde46" providerId="LiveId" clId="{87659C4C-466D-46CF-AB2D-065B403122B1}" dt="2024-09-17T17:47:55.698" v="0"/>
            <ac:spMkLst>
              <pc:docMk/>
              <pc:sldMasterMk cId="1694125688" sldId="2147483699"/>
              <pc:sldLayoutMk cId="3381763114" sldId="2147483702"/>
              <ac:spMk id="3" creationId="{00000000-0000-0000-0000-000000000000}"/>
            </ac:spMkLst>
          </pc:spChg>
        </pc:sldLayoutChg>
        <pc:sldLayoutChg chg="modSp">
          <pc:chgData name="" userId="9a24253a5e4fde46" providerId="LiveId" clId="{87659C4C-466D-46CF-AB2D-065B403122B1}" dt="2024-09-17T17:47:55.698" v="0"/>
          <pc:sldLayoutMkLst>
            <pc:docMk/>
            <pc:sldMasterMk cId="1694125688" sldId="2147483699"/>
            <pc:sldLayoutMk cId="733899025" sldId="2147483703"/>
          </pc:sldLayoutMkLst>
          <pc:spChg chg="mod">
            <ac:chgData name="" userId="9a24253a5e4fde46" providerId="LiveId" clId="{87659C4C-466D-46CF-AB2D-065B403122B1}" dt="2024-09-17T17:47:55.698" v="0"/>
            <ac:spMkLst>
              <pc:docMk/>
              <pc:sldMasterMk cId="1694125688" sldId="2147483699"/>
              <pc:sldLayoutMk cId="733899025" sldId="2147483703"/>
              <ac:spMk id="3" creationId="{00000000-0000-0000-0000-000000000000}"/>
            </ac:spMkLst>
          </pc:spChg>
          <pc:spChg chg="mod">
            <ac:chgData name="" userId="9a24253a5e4fde46" providerId="LiveId" clId="{87659C4C-466D-46CF-AB2D-065B403122B1}" dt="2024-09-17T17:47:55.698" v="0"/>
            <ac:spMkLst>
              <pc:docMk/>
              <pc:sldMasterMk cId="1694125688" sldId="2147483699"/>
              <pc:sldLayoutMk cId="733899025" sldId="2147483703"/>
              <ac:spMk id="4" creationId="{00000000-0000-0000-0000-000000000000}"/>
            </ac:spMkLst>
          </pc:spChg>
        </pc:sldLayoutChg>
        <pc:sldLayoutChg chg="modSp">
          <pc:chgData name="" userId="9a24253a5e4fde46" providerId="LiveId" clId="{87659C4C-466D-46CF-AB2D-065B403122B1}" dt="2024-09-17T17:47:55.698" v="0"/>
          <pc:sldLayoutMkLst>
            <pc:docMk/>
            <pc:sldMasterMk cId="1694125688" sldId="2147483699"/>
            <pc:sldLayoutMk cId="419521165" sldId="2147483704"/>
          </pc:sldLayoutMkLst>
          <pc:spChg chg="mod">
            <ac:chgData name="" userId="9a24253a5e4fde46" providerId="LiveId" clId="{87659C4C-466D-46CF-AB2D-065B403122B1}" dt="2024-09-17T17:47:55.698" v="0"/>
            <ac:spMkLst>
              <pc:docMk/>
              <pc:sldMasterMk cId="1694125688" sldId="2147483699"/>
              <pc:sldLayoutMk cId="419521165" sldId="2147483704"/>
              <ac:spMk id="3" creationId="{00000000-0000-0000-0000-000000000000}"/>
            </ac:spMkLst>
          </pc:spChg>
          <pc:spChg chg="mod">
            <ac:chgData name="" userId="9a24253a5e4fde46" providerId="LiveId" clId="{87659C4C-466D-46CF-AB2D-065B403122B1}" dt="2024-09-17T17:47:55.698" v="0"/>
            <ac:spMkLst>
              <pc:docMk/>
              <pc:sldMasterMk cId="1694125688" sldId="2147483699"/>
              <pc:sldLayoutMk cId="419521165" sldId="2147483704"/>
              <ac:spMk id="4" creationId="{00000000-0000-0000-0000-000000000000}"/>
            </ac:spMkLst>
          </pc:spChg>
          <pc:spChg chg="mod">
            <ac:chgData name="" userId="9a24253a5e4fde46" providerId="LiveId" clId="{87659C4C-466D-46CF-AB2D-065B403122B1}" dt="2024-09-17T17:47:55.698" v="0"/>
            <ac:spMkLst>
              <pc:docMk/>
              <pc:sldMasterMk cId="1694125688" sldId="2147483699"/>
              <pc:sldLayoutMk cId="419521165" sldId="2147483704"/>
              <ac:spMk id="5" creationId="{00000000-0000-0000-0000-000000000000}"/>
            </ac:spMkLst>
          </pc:spChg>
          <pc:spChg chg="mod">
            <ac:chgData name="" userId="9a24253a5e4fde46" providerId="LiveId" clId="{87659C4C-466D-46CF-AB2D-065B403122B1}" dt="2024-09-17T17:47:55.698" v="0"/>
            <ac:spMkLst>
              <pc:docMk/>
              <pc:sldMasterMk cId="1694125688" sldId="2147483699"/>
              <pc:sldLayoutMk cId="419521165" sldId="2147483704"/>
              <ac:spMk id="6" creationId="{00000000-0000-0000-0000-000000000000}"/>
            </ac:spMkLst>
          </pc:spChg>
        </pc:sldLayoutChg>
        <pc:sldLayoutChg chg="modSp">
          <pc:chgData name="" userId="9a24253a5e4fde46" providerId="LiveId" clId="{87659C4C-466D-46CF-AB2D-065B403122B1}" dt="2024-09-17T17:47:55.698" v="0"/>
          <pc:sldLayoutMkLst>
            <pc:docMk/>
            <pc:sldMasterMk cId="1694125688" sldId="2147483699"/>
            <pc:sldLayoutMk cId="3429324985" sldId="2147483707"/>
          </pc:sldLayoutMkLst>
          <pc:spChg chg="mod">
            <ac:chgData name="" userId="9a24253a5e4fde46" providerId="LiveId" clId="{87659C4C-466D-46CF-AB2D-065B403122B1}" dt="2024-09-17T17:47:55.698" v="0"/>
            <ac:spMkLst>
              <pc:docMk/>
              <pc:sldMasterMk cId="1694125688" sldId="2147483699"/>
              <pc:sldLayoutMk cId="3429324985" sldId="2147483707"/>
              <ac:spMk id="2" creationId="{00000000-0000-0000-0000-000000000000}"/>
            </ac:spMkLst>
          </pc:spChg>
          <pc:spChg chg="mod">
            <ac:chgData name="" userId="9a24253a5e4fde46" providerId="LiveId" clId="{87659C4C-466D-46CF-AB2D-065B403122B1}" dt="2024-09-17T17:47:55.698" v="0"/>
            <ac:spMkLst>
              <pc:docMk/>
              <pc:sldMasterMk cId="1694125688" sldId="2147483699"/>
              <pc:sldLayoutMk cId="3429324985" sldId="2147483707"/>
              <ac:spMk id="3" creationId="{00000000-0000-0000-0000-000000000000}"/>
            </ac:spMkLst>
          </pc:spChg>
          <pc:spChg chg="mod">
            <ac:chgData name="" userId="9a24253a5e4fde46" providerId="LiveId" clId="{87659C4C-466D-46CF-AB2D-065B403122B1}" dt="2024-09-17T17:47:55.698" v="0"/>
            <ac:spMkLst>
              <pc:docMk/>
              <pc:sldMasterMk cId="1694125688" sldId="2147483699"/>
              <pc:sldLayoutMk cId="3429324985" sldId="2147483707"/>
              <ac:spMk id="4" creationId="{00000000-0000-0000-0000-000000000000}"/>
            </ac:spMkLst>
          </pc:spChg>
        </pc:sldLayoutChg>
        <pc:sldLayoutChg chg="modSp">
          <pc:chgData name="" userId="9a24253a5e4fde46" providerId="LiveId" clId="{87659C4C-466D-46CF-AB2D-065B403122B1}" dt="2024-09-17T17:47:55.698" v="0"/>
          <pc:sldLayoutMkLst>
            <pc:docMk/>
            <pc:sldMasterMk cId="1694125688" sldId="2147483699"/>
            <pc:sldLayoutMk cId="401069680" sldId="2147483708"/>
          </pc:sldLayoutMkLst>
          <pc:spChg chg="mod">
            <ac:chgData name="" userId="9a24253a5e4fde46" providerId="LiveId" clId="{87659C4C-466D-46CF-AB2D-065B403122B1}" dt="2024-09-17T17:47:55.698" v="0"/>
            <ac:spMkLst>
              <pc:docMk/>
              <pc:sldMasterMk cId="1694125688" sldId="2147483699"/>
              <pc:sldLayoutMk cId="401069680" sldId="2147483708"/>
              <ac:spMk id="2" creationId="{00000000-0000-0000-0000-000000000000}"/>
            </ac:spMkLst>
          </pc:spChg>
          <pc:spChg chg="mod">
            <ac:chgData name="" userId="9a24253a5e4fde46" providerId="LiveId" clId="{87659C4C-466D-46CF-AB2D-065B403122B1}" dt="2024-09-17T17:47:55.698" v="0"/>
            <ac:spMkLst>
              <pc:docMk/>
              <pc:sldMasterMk cId="1694125688" sldId="2147483699"/>
              <pc:sldLayoutMk cId="401069680" sldId="2147483708"/>
              <ac:spMk id="3" creationId="{00000000-0000-0000-0000-000000000000}"/>
            </ac:spMkLst>
          </pc:spChg>
          <pc:spChg chg="mod">
            <ac:chgData name="" userId="9a24253a5e4fde46" providerId="LiveId" clId="{87659C4C-466D-46CF-AB2D-065B403122B1}" dt="2024-09-17T17:47:55.698" v="0"/>
            <ac:spMkLst>
              <pc:docMk/>
              <pc:sldMasterMk cId="1694125688" sldId="2147483699"/>
              <pc:sldLayoutMk cId="401069680" sldId="2147483708"/>
              <ac:spMk id="4" creationId="{00000000-0000-0000-0000-000000000000}"/>
            </ac:spMkLst>
          </pc:spChg>
        </pc:sldLayoutChg>
        <pc:sldLayoutChg chg="modSp">
          <pc:chgData name="" userId="9a24253a5e4fde46" providerId="LiveId" clId="{87659C4C-466D-46CF-AB2D-065B403122B1}" dt="2024-09-17T17:47:55.698" v="0"/>
          <pc:sldLayoutMkLst>
            <pc:docMk/>
            <pc:sldMasterMk cId="1694125688" sldId="2147483699"/>
            <pc:sldLayoutMk cId="3687349511" sldId="2147483709"/>
          </pc:sldLayoutMkLst>
          <pc:spChg chg="mod">
            <ac:chgData name="" userId="9a24253a5e4fde46" providerId="LiveId" clId="{87659C4C-466D-46CF-AB2D-065B403122B1}" dt="2024-09-17T17:47:55.698" v="0"/>
            <ac:spMkLst>
              <pc:docMk/>
              <pc:sldMasterMk cId="1694125688" sldId="2147483699"/>
              <pc:sldLayoutMk cId="3687349511" sldId="2147483709"/>
              <ac:spMk id="2" creationId="{00000000-0000-0000-0000-000000000000}"/>
            </ac:spMkLst>
          </pc:spChg>
          <pc:spChg chg="mod">
            <ac:chgData name="" userId="9a24253a5e4fde46" providerId="LiveId" clId="{87659C4C-466D-46CF-AB2D-065B403122B1}" dt="2024-09-17T17:47:55.698" v="0"/>
            <ac:spMkLst>
              <pc:docMk/>
              <pc:sldMasterMk cId="1694125688" sldId="2147483699"/>
              <pc:sldLayoutMk cId="3687349511" sldId="2147483709"/>
              <ac:spMk id="3" creationId="{00000000-0000-0000-0000-000000000000}"/>
            </ac:spMkLst>
          </pc:spChg>
          <pc:spChg chg="mod">
            <ac:chgData name="" userId="9a24253a5e4fde46" providerId="LiveId" clId="{87659C4C-466D-46CF-AB2D-065B403122B1}" dt="2024-09-17T17:47:55.698" v="0"/>
            <ac:spMkLst>
              <pc:docMk/>
              <pc:sldMasterMk cId="1694125688" sldId="2147483699"/>
              <pc:sldLayoutMk cId="3687349511" sldId="2147483709"/>
              <ac:spMk id="4" creationId="{00000000-0000-0000-0000-000000000000}"/>
            </ac:spMkLst>
          </pc:spChg>
        </pc:sldLayoutChg>
        <pc:sldLayoutChg chg="modSp">
          <pc:chgData name="" userId="9a24253a5e4fde46" providerId="LiveId" clId="{87659C4C-466D-46CF-AB2D-065B403122B1}" dt="2024-09-17T17:47:55.698" v="0"/>
          <pc:sldLayoutMkLst>
            <pc:docMk/>
            <pc:sldMasterMk cId="1694125688" sldId="2147483699"/>
            <pc:sldLayoutMk cId="404771025" sldId="2147483710"/>
          </pc:sldLayoutMkLst>
          <pc:spChg chg="mod">
            <ac:chgData name="" userId="9a24253a5e4fde46" providerId="LiveId" clId="{87659C4C-466D-46CF-AB2D-065B403122B1}" dt="2024-09-17T17:47:55.698" v="0"/>
            <ac:spMkLst>
              <pc:docMk/>
              <pc:sldMasterMk cId="1694125688" sldId="2147483699"/>
              <pc:sldLayoutMk cId="404771025" sldId="2147483710"/>
              <ac:spMk id="2" creationId="{00000000-0000-0000-0000-000000000000}"/>
            </ac:spMkLst>
          </pc:spChg>
          <pc:spChg chg="mod">
            <ac:chgData name="" userId="9a24253a5e4fde46" providerId="LiveId" clId="{87659C4C-466D-46CF-AB2D-065B403122B1}" dt="2024-09-17T17:47:55.698" v="0"/>
            <ac:spMkLst>
              <pc:docMk/>
              <pc:sldMasterMk cId="1694125688" sldId="2147483699"/>
              <pc:sldLayoutMk cId="404771025" sldId="2147483710"/>
              <ac:spMk id="8" creationId="{00000000-0000-0000-0000-000000000000}"/>
            </ac:spMkLst>
          </pc:spChg>
        </pc:sldLayoutChg>
        <pc:sldLayoutChg chg="modSp">
          <pc:chgData name="" userId="9a24253a5e4fde46" providerId="LiveId" clId="{87659C4C-466D-46CF-AB2D-065B403122B1}" dt="2024-09-17T17:47:55.698" v="0"/>
          <pc:sldLayoutMkLst>
            <pc:docMk/>
            <pc:sldMasterMk cId="1694125688" sldId="2147483699"/>
            <pc:sldLayoutMk cId="1618214569" sldId="2147483711"/>
          </pc:sldLayoutMkLst>
          <pc:spChg chg="mod">
            <ac:chgData name="" userId="9a24253a5e4fde46" providerId="LiveId" clId="{87659C4C-466D-46CF-AB2D-065B403122B1}" dt="2024-09-17T17:47:55.698" v="0"/>
            <ac:spMkLst>
              <pc:docMk/>
              <pc:sldMasterMk cId="1694125688" sldId="2147483699"/>
              <pc:sldLayoutMk cId="1618214569" sldId="2147483711"/>
              <ac:spMk id="2" creationId="{00000000-0000-0000-0000-000000000000}"/>
            </ac:spMkLst>
          </pc:spChg>
          <pc:spChg chg="mod">
            <ac:chgData name="" userId="9a24253a5e4fde46" providerId="LiveId" clId="{87659C4C-466D-46CF-AB2D-065B403122B1}" dt="2024-09-17T17:47:55.698" v="0"/>
            <ac:spMkLst>
              <pc:docMk/>
              <pc:sldMasterMk cId="1694125688" sldId="2147483699"/>
              <pc:sldLayoutMk cId="1618214569" sldId="2147483711"/>
              <ac:spMk id="10" creationId="{00000000-0000-0000-0000-000000000000}"/>
            </ac:spMkLst>
          </pc:spChg>
          <pc:spChg chg="mod">
            <ac:chgData name="" userId="9a24253a5e4fde46" providerId="LiveId" clId="{87659C4C-466D-46CF-AB2D-065B403122B1}" dt="2024-09-17T17:47:55.698" v="0"/>
            <ac:spMkLst>
              <pc:docMk/>
              <pc:sldMasterMk cId="1694125688" sldId="2147483699"/>
              <pc:sldLayoutMk cId="1618214569" sldId="2147483711"/>
              <ac:spMk id="11" creationId="{00000000-0000-0000-0000-000000000000}"/>
            </ac:spMkLst>
          </pc:spChg>
          <pc:spChg chg="mod">
            <ac:chgData name="" userId="9a24253a5e4fde46" providerId="LiveId" clId="{87659C4C-466D-46CF-AB2D-065B403122B1}" dt="2024-09-17T17:47:55.698" v="0"/>
            <ac:spMkLst>
              <pc:docMk/>
              <pc:sldMasterMk cId="1694125688" sldId="2147483699"/>
              <pc:sldLayoutMk cId="1618214569" sldId="2147483711"/>
              <ac:spMk id="12" creationId="{00000000-0000-0000-0000-000000000000}"/>
            </ac:spMkLst>
          </pc:spChg>
          <pc:spChg chg="mod">
            <ac:chgData name="" userId="9a24253a5e4fde46" providerId="LiveId" clId="{87659C4C-466D-46CF-AB2D-065B403122B1}" dt="2024-09-17T17:47:55.698" v="0"/>
            <ac:spMkLst>
              <pc:docMk/>
              <pc:sldMasterMk cId="1694125688" sldId="2147483699"/>
              <pc:sldLayoutMk cId="1618214569" sldId="2147483711"/>
              <ac:spMk id="15" creationId="{00000000-0000-0000-0000-000000000000}"/>
            </ac:spMkLst>
          </pc:spChg>
        </pc:sldLayoutChg>
        <pc:sldLayoutChg chg="modSp">
          <pc:chgData name="" userId="9a24253a5e4fde46" providerId="LiveId" clId="{87659C4C-466D-46CF-AB2D-065B403122B1}" dt="2024-09-17T17:47:55.698" v="0"/>
          <pc:sldLayoutMkLst>
            <pc:docMk/>
            <pc:sldMasterMk cId="1694125688" sldId="2147483699"/>
            <pc:sldLayoutMk cId="1361790422" sldId="2147483712"/>
          </pc:sldLayoutMkLst>
          <pc:spChg chg="mod">
            <ac:chgData name="" userId="9a24253a5e4fde46" providerId="LiveId" clId="{87659C4C-466D-46CF-AB2D-065B403122B1}" dt="2024-09-17T17:47:55.698" v="0"/>
            <ac:spMkLst>
              <pc:docMk/>
              <pc:sldMasterMk cId="1694125688" sldId="2147483699"/>
              <pc:sldLayoutMk cId="1361790422" sldId="2147483712"/>
              <ac:spMk id="2" creationId="{00000000-0000-0000-0000-000000000000}"/>
            </ac:spMkLst>
          </pc:spChg>
          <pc:spChg chg="mod">
            <ac:chgData name="" userId="9a24253a5e4fde46" providerId="LiveId" clId="{87659C4C-466D-46CF-AB2D-065B403122B1}" dt="2024-09-17T17:47:55.698" v="0"/>
            <ac:spMkLst>
              <pc:docMk/>
              <pc:sldMasterMk cId="1694125688" sldId="2147483699"/>
              <pc:sldLayoutMk cId="1361790422" sldId="2147483712"/>
              <ac:spMk id="3" creationId="{00000000-0000-0000-0000-000000000000}"/>
            </ac:spMkLst>
          </pc:spChg>
        </pc:sldLayoutChg>
        <pc:sldLayoutChg chg="modSp">
          <pc:chgData name="" userId="9a24253a5e4fde46" providerId="LiveId" clId="{87659C4C-466D-46CF-AB2D-065B403122B1}" dt="2024-09-17T17:47:55.698" v="0"/>
          <pc:sldLayoutMkLst>
            <pc:docMk/>
            <pc:sldMasterMk cId="1694125688" sldId="2147483699"/>
            <pc:sldLayoutMk cId="226054191" sldId="2147483713"/>
          </pc:sldLayoutMkLst>
          <pc:spChg chg="mod">
            <ac:chgData name="" userId="9a24253a5e4fde46" providerId="LiveId" clId="{87659C4C-466D-46CF-AB2D-065B403122B1}" dt="2024-09-17T17:47:55.698" v="0"/>
            <ac:spMkLst>
              <pc:docMk/>
              <pc:sldMasterMk cId="1694125688" sldId="2147483699"/>
              <pc:sldLayoutMk cId="226054191" sldId="2147483713"/>
              <ac:spMk id="3" creationId="{00000000-0000-0000-0000-000000000000}"/>
            </ac:spMkLst>
          </pc:spChg>
          <pc:spChg chg="mod">
            <ac:chgData name="" userId="9a24253a5e4fde46" providerId="LiveId" clId="{87659C4C-466D-46CF-AB2D-065B403122B1}" dt="2024-09-17T17:47:55.698" v="0"/>
            <ac:spMkLst>
              <pc:docMk/>
              <pc:sldMasterMk cId="1694125688" sldId="2147483699"/>
              <pc:sldLayoutMk cId="226054191" sldId="2147483713"/>
              <ac:spMk id="5" creationId="{00000000-0000-0000-0000-000000000000}"/>
            </ac:spMkLst>
          </pc:spChg>
          <pc:spChg chg="mod">
            <ac:chgData name="" userId="9a24253a5e4fde46" providerId="LiveId" clId="{87659C4C-466D-46CF-AB2D-065B403122B1}" dt="2024-09-17T17:47:55.698" v="0"/>
            <ac:spMkLst>
              <pc:docMk/>
              <pc:sldMasterMk cId="1694125688" sldId="2147483699"/>
              <pc:sldLayoutMk cId="226054191" sldId="2147483713"/>
              <ac:spMk id="14" creationId="{00000000-0000-0000-0000-000000000000}"/>
            </ac:spMkLst>
          </pc:spChg>
          <pc:spChg chg="mod">
            <ac:chgData name="" userId="9a24253a5e4fde46" providerId="LiveId" clId="{87659C4C-466D-46CF-AB2D-065B403122B1}" dt="2024-09-17T17:47:55.698" v="0"/>
            <ac:spMkLst>
              <pc:docMk/>
              <pc:sldMasterMk cId="1694125688" sldId="2147483699"/>
              <pc:sldLayoutMk cId="226054191" sldId="2147483713"/>
              <ac:spMk id="16" creationId="{00000000-0000-0000-0000-000000000000}"/>
            </ac:spMkLst>
          </pc:spChg>
          <pc:spChg chg="mod">
            <ac:chgData name="" userId="9a24253a5e4fde46" providerId="LiveId" clId="{87659C4C-466D-46CF-AB2D-065B403122B1}" dt="2024-09-17T17:47:55.698" v="0"/>
            <ac:spMkLst>
              <pc:docMk/>
              <pc:sldMasterMk cId="1694125688" sldId="2147483699"/>
              <pc:sldLayoutMk cId="226054191" sldId="2147483713"/>
              <ac:spMk id="19" creationId="{00000000-0000-0000-0000-000000000000}"/>
            </ac:spMkLst>
          </pc:spChg>
          <pc:spChg chg="mod">
            <ac:chgData name="" userId="9a24253a5e4fde46" providerId="LiveId" clId="{87659C4C-466D-46CF-AB2D-065B403122B1}" dt="2024-09-17T17:47:55.698" v="0"/>
            <ac:spMkLst>
              <pc:docMk/>
              <pc:sldMasterMk cId="1694125688" sldId="2147483699"/>
              <pc:sldLayoutMk cId="226054191" sldId="2147483713"/>
              <ac:spMk id="20" creationId="{00000000-0000-0000-0000-000000000000}"/>
            </ac:spMkLst>
          </pc:spChg>
          <pc:cxnChg chg="mod">
            <ac:chgData name="" userId="9a24253a5e4fde46" providerId="LiveId" clId="{87659C4C-466D-46CF-AB2D-065B403122B1}" dt="2024-09-17T17:47:55.698" v="0"/>
            <ac:cxnSpMkLst>
              <pc:docMk/>
              <pc:sldMasterMk cId="1694125688" sldId="2147483699"/>
              <pc:sldLayoutMk cId="226054191" sldId="2147483713"/>
              <ac:cxnSpMk id="17" creationId="{00000000-0000-0000-0000-000000000000}"/>
            </ac:cxnSpMkLst>
          </pc:cxnChg>
          <pc:cxnChg chg="mod">
            <ac:chgData name="" userId="9a24253a5e4fde46" providerId="LiveId" clId="{87659C4C-466D-46CF-AB2D-065B403122B1}" dt="2024-09-17T17:47:55.698" v="0"/>
            <ac:cxnSpMkLst>
              <pc:docMk/>
              <pc:sldMasterMk cId="1694125688" sldId="2147483699"/>
              <pc:sldLayoutMk cId="226054191" sldId="2147483713"/>
              <ac:cxnSpMk id="18" creationId="{00000000-0000-0000-0000-000000000000}"/>
            </ac:cxnSpMkLst>
          </pc:cxnChg>
        </pc:sldLayoutChg>
        <pc:sldLayoutChg chg="modSp">
          <pc:chgData name="" userId="9a24253a5e4fde46" providerId="LiveId" clId="{87659C4C-466D-46CF-AB2D-065B403122B1}" dt="2024-09-17T17:47:55.698" v="0"/>
          <pc:sldLayoutMkLst>
            <pc:docMk/>
            <pc:sldMasterMk cId="1694125688" sldId="2147483699"/>
            <pc:sldLayoutMk cId="1101367797" sldId="2147483714"/>
          </pc:sldLayoutMkLst>
          <pc:spChg chg="mod">
            <ac:chgData name="" userId="9a24253a5e4fde46" providerId="LiveId" clId="{87659C4C-466D-46CF-AB2D-065B403122B1}" dt="2024-09-17T17:47:55.698" v="0"/>
            <ac:spMkLst>
              <pc:docMk/>
              <pc:sldMasterMk cId="1694125688" sldId="2147483699"/>
              <pc:sldLayoutMk cId="1101367797" sldId="2147483714"/>
              <ac:spMk id="3" creationId="{00000000-0000-0000-0000-000000000000}"/>
            </ac:spMkLst>
          </pc:spChg>
          <pc:spChg chg="mod">
            <ac:chgData name="" userId="9a24253a5e4fde46" providerId="LiveId" clId="{87659C4C-466D-46CF-AB2D-065B403122B1}" dt="2024-09-17T17:47:55.698" v="0"/>
            <ac:spMkLst>
              <pc:docMk/>
              <pc:sldMasterMk cId="1694125688" sldId="2147483699"/>
              <pc:sldLayoutMk cId="1101367797" sldId="2147483714"/>
              <ac:spMk id="5" creationId="{00000000-0000-0000-0000-000000000000}"/>
            </ac:spMkLst>
          </pc:spChg>
          <pc:spChg chg="mod">
            <ac:chgData name="" userId="9a24253a5e4fde46" providerId="LiveId" clId="{87659C4C-466D-46CF-AB2D-065B403122B1}" dt="2024-09-17T17:47:55.698" v="0"/>
            <ac:spMkLst>
              <pc:docMk/>
              <pc:sldMasterMk cId="1694125688" sldId="2147483699"/>
              <pc:sldLayoutMk cId="1101367797" sldId="2147483714"/>
              <ac:spMk id="14" creationId="{00000000-0000-0000-0000-000000000000}"/>
            </ac:spMkLst>
          </pc:spChg>
          <pc:spChg chg="mod">
            <ac:chgData name="" userId="9a24253a5e4fde46" providerId="LiveId" clId="{87659C4C-466D-46CF-AB2D-065B403122B1}" dt="2024-09-17T17:47:55.698" v="0"/>
            <ac:spMkLst>
              <pc:docMk/>
              <pc:sldMasterMk cId="1694125688" sldId="2147483699"/>
              <pc:sldLayoutMk cId="1101367797" sldId="2147483714"/>
              <ac:spMk id="22" creationId="{00000000-0000-0000-0000-000000000000}"/>
            </ac:spMkLst>
          </pc:spChg>
          <pc:spChg chg="mod">
            <ac:chgData name="" userId="9a24253a5e4fde46" providerId="LiveId" clId="{87659C4C-466D-46CF-AB2D-065B403122B1}" dt="2024-09-17T17:47:55.698" v="0"/>
            <ac:spMkLst>
              <pc:docMk/>
              <pc:sldMasterMk cId="1694125688" sldId="2147483699"/>
              <pc:sldLayoutMk cId="1101367797" sldId="2147483714"/>
              <ac:spMk id="23" creationId="{00000000-0000-0000-0000-000000000000}"/>
            </ac:spMkLst>
          </pc:spChg>
          <pc:spChg chg="mod">
            <ac:chgData name="" userId="9a24253a5e4fde46" providerId="LiveId" clId="{87659C4C-466D-46CF-AB2D-065B403122B1}" dt="2024-09-17T17:47:55.698" v="0"/>
            <ac:spMkLst>
              <pc:docMk/>
              <pc:sldMasterMk cId="1694125688" sldId="2147483699"/>
              <pc:sldLayoutMk cId="1101367797" sldId="2147483714"/>
              <ac:spMk id="24" creationId="{00000000-0000-0000-0000-000000000000}"/>
            </ac:spMkLst>
          </pc:spChg>
          <pc:spChg chg="mod">
            <ac:chgData name="" userId="9a24253a5e4fde46" providerId="LiveId" clId="{87659C4C-466D-46CF-AB2D-065B403122B1}" dt="2024-09-17T17:47:55.698" v="0"/>
            <ac:spMkLst>
              <pc:docMk/>
              <pc:sldMasterMk cId="1694125688" sldId="2147483699"/>
              <pc:sldLayoutMk cId="1101367797" sldId="2147483714"/>
              <ac:spMk id="29" creationId="{00000000-0000-0000-0000-000000000000}"/>
            </ac:spMkLst>
          </pc:spChg>
          <pc:spChg chg="mod">
            <ac:chgData name="" userId="9a24253a5e4fde46" providerId="LiveId" clId="{87659C4C-466D-46CF-AB2D-065B403122B1}" dt="2024-09-17T17:47:55.698" v="0"/>
            <ac:spMkLst>
              <pc:docMk/>
              <pc:sldMasterMk cId="1694125688" sldId="2147483699"/>
              <pc:sldLayoutMk cId="1101367797" sldId="2147483714"/>
              <ac:spMk id="30" creationId="{00000000-0000-0000-0000-000000000000}"/>
            </ac:spMkLst>
          </pc:spChg>
          <pc:spChg chg="mod">
            <ac:chgData name="" userId="9a24253a5e4fde46" providerId="LiveId" clId="{87659C4C-466D-46CF-AB2D-065B403122B1}" dt="2024-09-17T17:47:55.698" v="0"/>
            <ac:spMkLst>
              <pc:docMk/>
              <pc:sldMasterMk cId="1694125688" sldId="2147483699"/>
              <pc:sldLayoutMk cId="1101367797" sldId="2147483714"/>
              <ac:spMk id="31" creationId="{00000000-0000-0000-0000-000000000000}"/>
            </ac:spMkLst>
          </pc:spChg>
          <pc:cxnChg chg="mod">
            <ac:chgData name="" userId="9a24253a5e4fde46" providerId="LiveId" clId="{87659C4C-466D-46CF-AB2D-065B403122B1}" dt="2024-09-17T17:47:55.698" v="0"/>
            <ac:cxnSpMkLst>
              <pc:docMk/>
              <pc:sldMasterMk cId="1694125688" sldId="2147483699"/>
              <pc:sldLayoutMk cId="1101367797" sldId="2147483714"/>
              <ac:cxnSpMk id="19" creationId="{00000000-0000-0000-0000-000000000000}"/>
            </ac:cxnSpMkLst>
          </pc:cxnChg>
          <pc:cxnChg chg="mod">
            <ac:chgData name="" userId="9a24253a5e4fde46" providerId="LiveId" clId="{87659C4C-466D-46CF-AB2D-065B403122B1}" dt="2024-09-17T17:47:55.698" v="0"/>
            <ac:cxnSpMkLst>
              <pc:docMk/>
              <pc:sldMasterMk cId="1694125688" sldId="2147483699"/>
              <pc:sldLayoutMk cId="1101367797" sldId="2147483714"/>
              <ac:cxnSpMk id="20" creationId="{00000000-0000-0000-0000-000000000000}"/>
            </ac:cxnSpMkLst>
          </pc:cxnChg>
        </pc:sldLayoutChg>
        <pc:sldLayoutChg chg="modSp">
          <pc:chgData name="" userId="9a24253a5e4fde46" providerId="LiveId" clId="{87659C4C-466D-46CF-AB2D-065B403122B1}" dt="2024-09-17T17:47:55.698" v="0"/>
          <pc:sldLayoutMkLst>
            <pc:docMk/>
            <pc:sldMasterMk cId="1694125688" sldId="2147483699"/>
            <pc:sldLayoutMk cId="1991697901" sldId="2147483716"/>
          </pc:sldLayoutMkLst>
          <pc:spChg chg="mod">
            <ac:chgData name="" userId="9a24253a5e4fde46" providerId="LiveId" clId="{87659C4C-466D-46CF-AB2D-065B403122B1}" dt="2024-09-17T17:47:55.698" v="0"/>
            <ac:spMkLst>
              <pc:docMk/>
              <pc:sldMasterMk cId="1694125688" sldId="2147483699"/>
              <pc:sldLayoutMk cId="1991697901" sldId="2147483716"/>
              <ac:spMk id="2" creationId="{00000000-0000-0000-0000-000000000000}"/>
            </ac:spMkLst>
          </pc:spChg>
          <pc:spChg chg="mod">
            <ac:chgData name="" userId="9a24253a5e4fde46" providerId="LiveId" clId="{87659C4C-466D-46CF-AB2D-065B403122B1}" dt="2024-09-17T17:47:55.698" v="0"/>
            <ac:spMkLst>
              <pc:docMk/>
              <pc:sldMasterMk cId="1694125688" sldId="2147483699"/>
              <pc:sldLayoutMk cId="1991697901" sldId="2147483716"/>
              <ac:spMk id="3" creationId="{00000000-0000-0000-0000-000000000000}"/>
            </ac:spMkLst>
          </pc:spChg>
        </pc:sldLayoutChg>
      </pc:sldMasterChg>
    </pc:docChg>
  </pc:docChgLst>
  <pc:docChgLst>
    <pc:chgData name="Steve Austin" userId="9a24253a5e4fde46" providerId="Windows Live" clId="Web-{E70EA2AA-F300-4369-AEAC-4EAA8AA50F9C}"/>
    <pc:docChg chg="addSld delSld modSld">
      <pc:chgData name="Steve Austin" userId="9a24253a5e4fde46" providerId="Windows Live" clId="Web-{E70EA2AA-F300-4369-AEAC-4EAA8AA50F9C}" dt="2024-09-19T17:54:22.069" v="457"/>
      <pc:docMkLst>
        <pc:docMk/>
      </pc:docMkLst>
      <pc:sldChg chg="del">
        <pc:chgData name="Steve Austin" userId="9a24253a5e4fde46" providerId="Windows Live" clId="Web-{E70EA2AA-F300-4369-AEAC-4EAA8AA50F9C}" dt="2024-09-19T17:33:25.671" v="36"/>
        <pc:sldMkLst>
          <pc:docMk/>
          <pc:sldMk cId="0" sldId="285"/>
        </pc:sldMkLst>
      </pc:sldChg>
      <pc:sldChg chg="modSp">
        <pc:chgData name="Steve Austin" userId="9a24253a5e4fde46" providerId="Windows Live" clId="Web-{E70EA2AA-F300-4369-AEAC-4EAA8AA50F9C}" dt="2024-09-19T17:28:02.145" v="19" actId="1076"/>
        <pc:sldMkLst>
          <pc:docMk/>
          <pc:sldMk cId="0" sldId="286"/>
        </pc:sldMkLst>
        <pc:spChg chg="mod">
          <ac:chgData name="Steve Austin" userId="9a24253a5e4fde46" providerId="Windows Live" clId="Web-{E70EA2AA-F300-4369-AEAC-4EAA8AA50F9C}" dt="2024-09-19T17:23:04.682" v="4" actId="20577"/>
          <ac:spMkLst>
            <pc:docMk/>
            <pc:sldMk cId="0" sldId="286"/>
            <ac:spMk id="18434" creationId="{00000000-0000-0000-0000-000000000000}"/>
          </ac:spMkLst>
        </pc:spChg>
        <pc:spChg chg="mod">
          <ac:chgData name="Steve Austin" userId="9a24253a5e4fde46" providerId="Windows Live" clId="Web-{E70EA2AA-F300-4369-AEAC-4EAA8AA50F9C}" dt="2024-09-19T17:28:02.145" v="19" actId="1076"/>
          <ac:spMkLst>
            <pc:docMk/>
            <pc:sldMk cId="0" sldId="286"/>
            <ac:spMk id="18435" creationId="{00000000-0000-0000-0000-000000000000}"/>
          </ac:spMkLst>
        </pc:spChg>
      </pc:sldChg>
      <pc:sldChg chg="modSp">
        <pc:chgData name="Steve Austin" userId="9a24253a5e4fde46" providerId="Windows Live" clId="Web-{E70EA2AA-F300-4369-AEAC-4EAA8AA50F9C}" dt="2024-09-19T17:54:09.319" v="456" actId="20577"/>
        <pc:sldMkLst>
          <pc:docMk/>
          <pc:sldMk cId="0" sldId="287"/>
        </pc:sldMkLst>
        <pc:spChg chg="mod">
          <ac:chgData name="Steve Austin" userId="9a24253a5e4fde46" providerId="Windows Live" clId="Web-{E70EA2AA-F300-4369-AEAC-4EAA8AA50F9C}" dt="2024-09-19T17:54:09.319" v="456" actId="20577"/>
          <ac:spMkLst>
            <pc:docMk/>
            <pc:sldMk cId="0" sldId="287"/>
            <ac:spMk id="19459" creationId="{00000000-0000-0000-0000-000000000000}"/>
          </ac:spMkLst>
        </pc:spChg>
      </pc:sldChg>
      <pc:sldChg chg="del">
        <pc:chgData name="Steve Austin" userId="9a24253a5e4fde46" providerId="Windows Live" clId="Web-{E70EA2AA-F300-4369-AEAC-4EAA8AA50F9C}" dt="2024-09-19T17:54:22.069" v="457"/>
        <pc:sldMkLst>
          <pc:docMk/>
          <pc:sldMk cId="2660595951" sldId="297"/>
        </pc:sldMkLst>
      </pc:sldChg>
      <pc:sldChg chg="del">
        <pc:chgData name="Steve Austin" userId="9a24253a5e4fde46" providerId="Windows Live" clId="Web-{E70EA2AA-F300-4369-AEAC-4EAA8AA50F9C}" dt="2024-09-19T17:22:13.774" v="0"/>
        <pc:sldMkLst>
          <pc:docMk/>
          <pc:sldMk cId="2449064627" sldId="299"/>
        </pc:sldMkLst>
      </pc:sldChg>
      <pc:sldChg chg="modSp new modNotes">
        <pc:chgData name="Steve Austin" userId="9a24253a5e4fde46" providerId="Windows Live" clId="Web-{E70EA2AA-F300-4369-AEAC-4EAA8AA50F9C}" dt="2024-09-19T17:36:34.864" v="45" actId="20577"/>
        <pc:sldMkLst>
          <pc:docMk/>
          <pc:sldMk cId="1460856312" sldId="301"/>
        </pc:sldMkLst>
        <pc:spChg chg="mod">
          <ac:chgData name="Steve Austin" userId="9a24253a5e4fde46" providerId="Windows Live" clId="Web-{E70EA2AA-F300-4369-AEAC-4EAA8AA50F9C}" dt="2024-09-19T17:29:02.006" v="24" actId="20577"/>
          <ac:spMkLst>
            <pc:docMk/>
            <pc:sldMk cId="1460856312" sldId="301"/>
            <ac:spMk id="2" creationId="{DD2FAC55-6A43-E06F-EA59-A00257C1D1B7}"/>
          </ac:spMkLst>
        </pc:spChg>
        <pc:spChg chg="mod">
          <ac:chgData name="Steve Austin" userId="9a24253a5e4fde46" providerId="Windows Live" clId="Web-{E70EA2AA-F300-4369-AEAC-4EAA8AA50F9C}" dt="2024-09-19T17:36:34.864" v="45" actId="20577"/>
          <ac:spMkLst>
            <pc:docMk/>
            <pc:sldMk cId="1460856312" sldId="301"/>
            <ac:spMk id="3" creationId="{8BEF1A43-8060-770C-2BFD-100C4D1EB93D}"/>
          </ac:spMkLst>
        </pc:spChg>
      </pc:sldChg>
      <pc:sldChg chg="addSp modSp new">
        <pc:chgData name="Steve Austin" userId="9a24253a5e4fde46" providerId="Windows Live" clId="Web-{E70EA2AA-F300-4369-AEAC-4EAA8AA50F9C}" dt="2024-09-19T17:47:46.619" v="245" actId="20577"/>
        <pc:sldMkLst>
          <pc:docMk/>
          <pc:sldMk cId="3072726053" sldId="302"/>
        </pc:sldMkLst>
        <pc:spChg chg="mod">
          <ac:chgData name="Steve Austin" userId="9a24253a5e4fde46" providerId="Windows Live" clId="Web-{E70EA2AA-F300-4369-AEAC-4EAA8AA50F9C}" dt="2024-09-19T17:36:31.489" v="44" actId="20577"/>
          <ac:spMkLst>
            <pc:docMk/>
            <pc:sldMk cId="3072726053" sldId="302"/>
            <ac:spMk id="2" creationId="{5ED96DF7-A83E-DB75-38C6-D94534C28866}"/>
          </ac:spMkLst>
        </pc:spChg>
        <pc:spChg chg="mod">
          <ac:chgData name="Steve Austin" userId="9a24253a5e4fde46" providerId="Windows Live" clId="Web-{E70EA2AA-F300-4369-AEAC-4EAA8AA50F9C}" dt="2024-09-19T17:46:25.711" v="202" actId="14100"/>
          <ac:spMkLst>
            <pc:docMk/>
            <pc:sldMk cId="3072726053" sldId="302"/>
            <ac:spMk id="3" creationId="{1260B58F-F28F-65ED-38B5-510221138B53}"/>
          </ac:spMkLst>
        </pc:spChg>
        <pc:spChg chg="add mod">
          <ac:chgData name="Steve Austin" userId="9a24253a5e4fde46" providerId="Windows Live" clId="Web-{E70EA2AA-F300-4369-AEAC-4EAA8AA50F9C}" dt="2024-09-19T17:47:46.619" v="245" actId="20577"/>
          <ac:spMkLst>
            <pc:docMk/>
            <pc:sldMk cId="3072726053" sldId="302"/>
            <ac:spMk id="4" creationId="{435D3AF4-7276-D2C7-BA8E-B9412A25E385}"/>
          </ac:spMkLst>
        </pc:spChg>
      </pc:sldChg>
      <pc:sldChg chg="modSp new modNotes">
        <pc:chgData name="Steve Austin" userId="9a24253a5e4fde46" providerId="Windows Live" clId="Web-{E70EA2AA-F300-4369-AEAC-4EAA8AA50F9C}" dt="2024-09-19T17:53:56.990" v="452" actId="20577"/>
        <pc:sldMkLst>
          <pc:docMk/>
          <pc:sldMk cId="2016651827" sldId="303"/>
        </pc:sldMkLst>
        <pc:spChg chg="mod">
          <ac:chgData name="Steve Austin" userId="9a24253a5e4fde46" providerId="Windows Live" clId="Web-{E70EA2AA-F300-4369-AEAC-4EAA8AA50F9C}" dt="2024-09-19T17:50:06.264" v="264" actId="20577"/>
          <ac:spMkLst>
            <pc:docMk/>
            <pc:sldMk cId="2016651827" sldId="303"/>
            <ac:spMk id="2" creationId="{5F7511E8-F547-8094-C2E2-F468D2723040}"/>
          </ac:spMkLst>
        </pc:spChg>
        <pc:spChg chg="mod">
          <ac:chgData name="Steve Austin" userId="9a24253a5e4fde46" providerId="Windows Live" clId="Web-{E70EA2AA-F300-4369-AEAC-4EAA8AA50F9C}" dt="2024-09-19T17:53:56.990" v="452" actId="20577"/>
          <ac:spMkLst>
            <pc:docMk/>
            <pc:sldMk cId="2016651827" sldId="303"/>
            <ac:spMk id="3" creationId="{FE270631-FF88-53AD-E37D-B4B7D2DB1A1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Times New Roman" pitchFamily="18"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Times New Roman" pitchFamily="18" charset="0"/>
              </a:defRPr>
            </a:lvl1pPr>
          </a:lstStyle>
          <a:p>
            <a:pPr>
              <a:defRPr/>
            </a:pPr>
            <a:fld id="{B4581888-1554-496F-AA4C-786C52D17C51}" type="datetimeFigureOut">
              <a:rPr lang="en-US"/>
              <a:pPr>
                <a:defRPr/>
              </a:pPr>
              <a:t>9/19/2024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Times New Roman" pitchFamily="18"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Times New Roman" pitchFamily="18" charset="0"/>
              </a:defRPr>
            </a:lvl1pPr>
          </a:lstStyle>
          <a:p>
            <a:pPr>
              <a:defRPr/>
            </a:pPr>
            <a:fld id="{CCEB947D-ADC9-4DD2-A92C-F74923F6B49A}" type="slidenum">
              <a:rPr lang="en-US"/>
              <a:pPr>
                <a:defRPr/>
              </a:pPr>
              <a:t>‹#›</a:t>
            </a:fld>
            <a:endParaRPr lang="en-US"/>
          </a:p>
        </p:txBody>
      </p:sp>
    </p:spTree>
    <p:extLst>
      <p:ext uri="{BB962C8B-B14F-4D97-AF65-F5344CB8AC3E}">
        <p14:creationId xmlns:p14="http://schemas.microsoft.com/office/powerpoint/2010/main" val="205830031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youtube.com/watch?v=nbgCpmIuaNU"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First Emperor: The Man Who Made China</a:t>
            </a:r>
          </a:p>
          <a:p>
            <a:r>
              <a:rPr lang="en-US" dirty="0"/>
              <a:t>100 min</a:t>
            </a:r>
          </a:p>
          <a:p>
            <a:r>
              <a:rPr lang="en-US" dirty="0"/>
              <a:t>2006</a:t>
            </a:r>
          </a:p>
          <a:p>
            <a:endParaRPr lang="en-US" dirty="0"/>
          </a:p>
          <a:p>
            <a:r>
              <a:rPr lang="en-US" dirty="0"/>
              <a:t>Available on Amazon streaming video Prime</a:t>
            </a:r>
          </a:p>
          <a:p>
            <a:r>
              <a:rPr lang="en-US" dirty="0"/>
              <a:t>(first time to show is Fall 2018 – takes two class periods.  Enjoyable </a:t>
            </a:r>
            <a:r>
              <a:rPr lang="en-US" dirty="0" err="1"/>
              <a:t>docu</a:t>
            </a:r>
            <a:r>
              <a:rPr lang="en-US" dirty="0"/>
              <a:t>-drama.  Covers up through death of Qin </a:t>
            </a:r>
            <a:r>
              <a:rPr lang="en-US" dirty="0" err="1"/>
              <a:t>Shihuangdi</a:t>
            </a:r>
            <a:r>
              <a:rPr lang="en-US" dirty="0"/>
              <a:t>.</a:t>
            </a:r>
            <a:r>
              <a:rPr lang="en-US" baseline="0" dirty="0"/>
              <a:t>  Does not cover collapse of Qin and Rise of Han)</a:t>
            </a:r>
            <a:endParaRPr lang="en-US" dirty="0"/>
          </a:p>
        </p:txBody>
      </p:sp>
      <p:sp>
        <p:nvSpPr>
          <p:cNvPr id="4" name="Slide Number Placeholder 3"/>
          <p:cNvSpPr>
            <a:spLocks noGrp="1"/>
          </p:cNvSpPr>
          <p:nvPr>
            <p:ph type="sldNum" sz="quarter" idx="10"/>
          </p:nvPr>
        </p:nvSpPr>
        <p:spPr/>
        <p:txBody>
          <a:bodyPr/>
          <a:lstStyle/>
          <a:p>
            <a:pPr>
              <a:defRPr/>
            </a:pPr>
            <a:fld id="{CCEB947D-ADC9-4DD2-A92C-F74923F6B49A}" type="slidenum">
              <a:rPr lang="en-US" smtClean="0"/>
              <a:pPr>
                <a:defRPr/>
              </a:pPr>
              <a:t>2</a:t>
            </a:fld>
            <a:endParaRPr lang="en-US"/>
          </a:p>
        </p:txBody>
      </p:sp>
    </p:spTree>
    <p:extLst>
      <p:ext uri="{BB962C8B-B14F-4D97-AF65-F5344CB8AC3E}">
        <p14:creationId xmlns:p14="http://schemas.microsoft.com/office/powerpoint/2010/main" val="3940823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Show Video : </a:t>
            </a:r>
          </a:p>
          <a:p>
            <a:r>
              <a:rPr lang="en-US" dirty="0"/>
              <a:t>First Emperor: The Man Who Made China</a:t>
            </a:r>
          </a:p>
          <a:p>
            <a:r>
              <a:rPr lang="en-US" dirty="0"/>
              <a:t>100 min</a:t>
            </a:r>
          </a:p>
          <a:p>
            <a:r>
              <a:rPr lang="en-US" dirty="0"/>
              <a:t>2006</a:t>
            </a:r>
          </a:p>
          <a:p>
            <a:endParaRPr lang="en-US" dirty="0"/>
          </a:p>
          <a:p>
            <a:r>
              <a:rPr lang="en-US" dirty="0"/>
              <a:t>Available on Amazon streaming video Prime</a:t>
            </a:r>
          </a:p>
          <a:p>
            <a:r>
              <a:rPr lang="en-US" dirty="0"/>
              <a:t>(first</a:t>
            </a:r>
            <a:r>
              <a:rPr lang="en-US" baseline="0" dirty="0"/>
              <a:t> time to show is Fall 2018 – taking two class period.  Evaluate whether it is worth two class periods.  Looks like enjoyable movie/doc</a:t>
            </a:r>
            <a:endParaRPr lang="en-US" dirty="0"/>
          </a:p>
        </p:txBody>
      </p:sp>
      <p:sp>
        <p:nvSpPr>
          <p:cNvPr id="4" name="Slide Number Placeholder 3"/>
          <p:cNvSpPr>
            <a:spLocks noGrp="1"/>
          </p:cNvSpPr>
          <p:nvPr>
            <p:ph type="sldNum" sz="quarter" idx="10"/>
          </p:nvPr>
        </p:nvSpPr>
        <p:spPr/>
        <p:txBody>
          <a:bodyPr/>
          <a:lstStyle/>
          <a:p>
            <a:pPr>
              <a:defRPr/>
            </a:pPr>
            <a:fld id="{CCEB947D-ADC9-4DD2-A92C-F74923F6B49A}" type="slidenum">
              <a:rPr lang="en-US" smtClean="0"/>
              <a:pPr>
                <a:defRPr/>
              </a:pPr>
              <a:t>3</a:t>
            </a:fld>
            <a:endParaRPr lang="en-US"/>
          </a:p>
        </p:txBody>
      </p:sp>
    </p:spTree>
    <p:extLst>
      <p:ext uri="{BB962C8B-B14F-4D97-AF65-F5344CB8AC3E}">
        <p14:creationId xmlns:p14="http://schemas.microsoft.com/office/powerpoint/2010/main" val="1531626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CEB947D-ADC9-4DD2-A92C-F74923F6B49A}" type="slidenum">
              <a:rPr lang="en-US" smtClean="0"/>
              <a:pPr>
                <a:defRPr/>
              </a:pPr>
              <a:t>6</a:t>
            </a:fld>
            <a:endParaRPr lang="en-US"/>
          </a:p>
        </p:txBody>
      </p:sp>
    </p:spTree>
    <p:extLst>
      <p:ext uri="{BB962C8B-B14F-4D97-AF65-F5344CB8AC3E}">
        <p14:creationId xmlns:p14="http://schemas.microsoft.com/office/powerpoint/2010/main" val="295944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dirty="0"/>
              <a:t>Yes, Wang </a:t>
            </a:r>
            <a:r>
              <a:rPr lang="en-US" dirty="0" err="1"/>
              <a:t>Mang</a:t>
            </a:r>
            <a:r>
              <a:rPr lang="en-US" dirty="0"/>
              <a:t> was indeed related to the imperial family through the empress's clan. He came from the powerful </a:t>
            </a:r>
            <a:r>
              <a:rPr lang="en-US" b="1" dirty="0"/>
              <a:t>Wang family</a:t>
            </a:r>
            <a:r>
              <a:rPr lang="en-US" dirty="0"/>
              <a:t>, which rose to prominence through its ties to the Han imperial court. Wang </a:t>
            </a:r>
            <a:r>
              <a:rPr lang="en-US" dirty="0" err="1"/>
              <a:t>Mang's</a:t>
            </a:r>
            <a:r>
              <a:rPr lang="en-US" dirty="0"/>
              <a:t> aunt, </a:t>
            </a:r>
            <a:r>
              <a:rPr lang="en-US" b="1" dirty="0"/>
              <a:t>Empress Wang </a:t>
            </a:r>
            <a:r>
              <a:rPr lang="en-US" b="1" dirty="0" err="1"/>
              <a:t>Zhengjun</a:t>
            </a:r>
            <a:r>
              <a:rPr lang="en-US" dirty="0"/>
              <a:t>, was the wife of Emperor Yuan (r. 48–33 BCE) and the mother of Emperor Cheng (r. 33–7 BCE). This made Wang </a:t>
            </a:r>
            <a:r>
              <a:rPr lang="en-US" dirty="0" err="1"/>
              <a:t>Mang</a:t>
            </a:r>
            <a:r>
              <a:rPr lang="en-US" dirty="0"/>
              <a:t> an influential figure within the Han court, as the Wang family held significant power during the reigns of these emperors.</a:t>
            </a:r>
          </a:p>
          <a:p>
            <a:r>
              <a:rPr lang="en-US" dirty="0"/>
              <a:t>As a member of the Empress's clan, Wang </a:t>
            </a:r>
            <a:r>
              <a:rPr lang="en-US" dirty="0" err="1"/>
              <a:t>Mang</a:t>
            </a:r>
            <a:r>
              <a:rPr lang="en-US" dirty="0"/>
              <a:t> was able to climb the political ranks, gaining the title of </a:t>
            </a:r>
            <a:r>
              <a:rPr lang="en-US" b="1" dirty="0"/>
              <a:t>regent</a:t>
            </a:r>
            <a:r>
              <a:rPr lang="en-US" dirty="0"/>
              <a:t> and later serving as the de facto ruler for several young Han emperors before eventually seizing power for himself in 9 CE. His close connection to the imperial family through Empress Wang </a:t>
            </a:r>
            <a:r>
              <a:rPr lang="en-US" dirty="0" err="1"/>
              <a:t>Zhengjun</a:t>
            </a:r>
            <a:r>
              <a:rPr lang="en-US" dirty="0"/>
              <a:t> gave him the legitimacy and influence needed to carry out his ambitions.</a:t>
            </a:r>
          </a:p>
          <a:p>
            <a:endParaRPr lang="en-US" dirty="0"/>
          </a:p>
          <a:p>
            <a:endParaRPr lang="en-US" dirty="0"/>
          </a:p>
          <a:p>
            <a:r>
              <a:rPr lang="en-US" dirty="0"/>
              <a:t>The </a:t>
            </a:r>
            <a:r>
              <a:rPr lang="en-US" b="1" dirty="0"/>
              <a:t>Wang </a:t>
            </a:r>
            <a:r>
              <a:rPr lang="en-US" b="1" dirty="0" err="1"/>
              <a:t>Mang</a:t>
            </a:r>
            <a:r>
              <a:rPr lang="en-US" b="1" dirty="0"/>
              <a:t> Usurpation</a:t>
            </a:r>
            <a:r>
              <a:rPr lang="en-US" dirty="0"/>
              <a:t> refers to a significant event in Chinese history during the transition between the Western Han and Eastern Han dynasties. Wang </a:t>
            </a:r>
            <a:r>
              <a:rPr lang="en-US" dirty="0" err="1"/>
              <a:t>Mang</a:t>
            </a:r>
            <a:r>
              <a:rPr lang="en-US" dirty="0"/>
              <a:t>, originally a powerful official and regent of the Han dynasty, seized the throne in 9 CE, founding his own short-lived dynasty called the </a:t>
            </a:r>
            <a:r>
              <a:rPr lang="en-US" b="1" dirty="0"/>
              <a:t>Xin Dynasty</a:t>
            </a:r>
            <a:r>
              <a:rPr lang="en-US" dirty="0"/>
              <a:t> (9–23 CE). His reign is often considered a "usurpation" because he claimed the Mandate of Heaven and replaced the long-established Han rule with his own.</a:t>
            </a:r>
          </a:p>
          <a:p>
            <a:r>
              <a:rPr lang="en-US" b="1" dirty="0"/>
              <a:t>Background:</a:t>
            </a:r>
          </a:p>
          <a:p>
            <a:r>
              <a:rPr lang="en-US" dirty="0"/>
              <a:t>Wang </a:t>
            </a:r>
            <a:r>
              <a:rPr lang="en-US" dirty="0" err="1"/>
              <a:t>Mang</a:t>
            </a:r>
            <a:r>
              <a:rPr lang="en-US" dirty="0"/>
              <a:t> was a member of a prominent Han noble family, serving as the regent for the young Han emperor. Over time, he gained power and influence, positioning himself as a reformer and champion of Confucian ideals. When the child emperor died, Wang </a:t>
            </a:r>
            <a:r>
              <a:rPr lang="en-US" dirty="0" err="1"/>
              <a:t>Mang</a:t>
            </a:r>
            <a:r>
              <a:rPr lang="en-US" dirty="0"/>
              <a:t> declared the Han dynasty’s mandate had expired, claiming that he was the rightful ruler.</a:t>
            </a:r>
          </a:p>
          <a:p>
            <a:r>
              <a:rPr lang="en-US" b="1" dirty="0"/>
              <a:t>Key Reforms:</a:t>
            </a:r>
          </a:p>
          <a:p>
            <a:r>
              <a:rPr lang="en-US" dirty="0"/>
              <a:t>Wang </a:t>
            </a:r>
            <a:r>
              <a:rPr lang="en-US" dirty="0" err="1"/>
              <a:t>Mang</a:t>
            </a:r>
            <a:r>
              <a:rPr lang="en-US" dirty="0"/>
              <a:t> is remembered for his ambitious, but ultimately unsuccessful, reforms. He tried to address social inequality and economic distress through policies that sought to:</a:t>
            </a:r>
          </a:p>
          <a:p>
            <a:r>
              <a:rPr lang="en-US" b="1" dirty="0"/>
              <a:t>Redistribute land</a:t>
            </a:r>
            <a:r>
              <a:rPr lang="en-US" dirty="0"/>
              <a:t> to peasants by nationalizing land and limiting the size of private estates.</a:t>
            </a:r>
          </a:p>
          <a:p>
            <a:r>
              <a:rPr lang="en-US" b="1" dirty="0"/>
              <a:t>Abolish slavery</a:t>
            </a:r>
            <a:r>
              <a:rPr lang="en-US" dirty="0"/>
              <a:t> in an attempt to create a more egalitarian society.</a:t>
            </a:r>
          </a:p>
          <a:p>
            <a:r>
              <a:rPr lang="en-US" dirty="0"/>
              <a:t>Introduce new </a:t>
            </a:r>
            <a:r>
              <a:rPr lang="en-US" b="1" dirty="0"/>
              <a:t>currency systems</a:t>
            </a:r>
            <a:r>
              <a:rPr lang="en-US" dirty="0"/>
              <a:t>, which led to confusion and inflation.</a:t>
            </a:r>
          </a:p>
          <a:p>
            <a:r>
              <a:rPr lang="en-US" dirty="0"/>
              <a:t>While these reforms were inspired by Confucian ideals of fairness, they were poorly executed, creating chaos in the economy and alienating powerful landowners.</a:t>
            </a:r>
          </a:p>
          <a:p>
            <a:r>
              <a:rPr lang="en-US" b="1" dirty="0"/>
              <a:t>Downfall:</a:t>
            </a:r>
          </a:p>
          <a:p>
            <a:r>
              <a:rPr lang="en-US" dirty="0"/>
              <a:t>Wang </a:t>
            </a:r>
            <a:r>
              <a:rPr lang="en-US" dirty="0" err="1"/>
              <a:t>Mang's</a:t>
            </a:r>
            <a:r>
              <a:rPr lang="en-US" dirty="0"/>
              <a:t> reforms destabilized society, and his rule faced natural disasters like floods and famines, which many saw as signs that he had lost the Mandate of Heaven. Peasant uprisings, notably the </a:t>
            </a:r>
            <a:r>
              <a:rPr lang="en-US" b="1" dirty="0"/>
              <a:t>Red Eyebrows Rebellion</a:t>
            </a:r>
            <a:r>
              <a:rPr lang="en-US" dirty="0"/>
              <a:t>, and external pressures from nomadic tribes eroded his power. In 23 CE, Wang </a:t>
            </a:r>
            <a:r>
              <a:rPr lang="en-US" dirty="0" err="1"/>
              <a:t>Mang</a:t>
            </a:r>
            <a:r>
              <a:rPr lang="en-US" dirty="0"/>
              <a:t> was killed in a rebellion, and the Han dynasty was restored under </a:t>
            </a:r>
            <a:r>
              <a:rPr lang="en-US" b="1" dirty="0"/>
              <a:t>Liu </a:t>
            </a:r>
            <a:r>
              <a:rPr lang="en-US" b="1" dirty="0" err="1"/>
              <a:t>Xiu</a:t>
            </a:r>
            <a:r>
              <a:rPr lang="en-US" dirty="0"/>
              <a:t>, who became the first emperor of the </a:t>
            </a:r>
            <a:r>
              <a:rPr lang="en-US" b="1" dirty="0"/>
              <a:t>Eastern Han</a:t>
            </a:r>
            <a:r>
              <a:rPr lang="en-US" dirty="0"/>
              <a:t>.</a:t>
            </a:r>
          </a:p>
          <a:p>
            <a:r>
              <a:rPr lang="en-US" dirty="0"/>
              <a:t>Wang </a:t>
            </a:r>
            <a:r>
              <a:rPr lang="en-US" dirty="0" err="1"/>
              <a:t>Mang's</a:t>
            </a:r>
            <a:r>
              <a:rPr lang="en-US" dirty="0"/>
              <a:t> reign is often viewed as a cautionary tale of how drastic reforms can backfire if they are not effectively implemented or if they alienate key segments of society.</a:t>
            </a:r>
          </a:p>
          <a:p>
            <a:endParaRPr lang="en-US" dirty="0"/>
          </a:p>
        </p:txBody>
      </p:sp>
      <p:sp>
        <p:nvSpPr>
          <p:cNvPr id="4" name="Slide Number Placeholder 3"/>
          <p:cNvSpPr>
            <a:spLocks noGrp="1"/>
          </p:cNvSpPr>
          <p:nvPr>
            <p:ph type="sldNum" sz="quarter" idx="5"/>
          </p:nvPr>
        </p:nvSpPr>
        <p:spPr/>
        <p:txBody>
          <a:bodyPr/>
          <a:lstStyle/>
          <a:p>
            <a:pPr>
              <a:defRPr/>
            </a:pPr>
            <a:fld id="{CCEB947D-ADC9-4DD2-A92C-F74923F6B49A}" type="slidenum">
              <a:rPr lang="en-US" smtClean="0"/>
              <a:pPr>
                <a:defRPr/>
              </a:pPr>
              <a:t>7</a:t>
            </a:fld>
            <a:endParaRPr lang="en-US"/>
          </a:p>
        </p:txBody>
      </p:sp>
    </p:spTree>
    <p:extLst>
      <p:ext uri="{BB962C8B-B14F-4D97-AF65-F5344CB8AC3E}">
        <p14:creationId xmlns:p14="http://schemas.microsoft.com/office/powerpoint/2010/main" val="1891879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hlinkClick r:id="rId3"/>
              </a:rPr>
              <a:t>http://www.youtube.com/watch?v=nbgCpmIuaNU</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CCEB947D-ADC9-4DD2-A92C-F74923F6B49A}" type="slidenum">
              <a:rPr lang="en-US" smtClean="0"/>
              <a:pPr>
                <a:defRPr/>
              </a:pPr>
              <a:t>8</a:t>
            </a:fld>
            <a:endParaRPr lang="en-US"/>
          </a:p>
        </p:txBody>
      </p:sp>
    </p:spTree>
    <p:extLst>
      <p:ext uri="{BB962C8B-B14F-4D97-AF65-F5344CB8AC3E}">
        <p14:creationId xmlns:p14="http://schemas.microsoft.com/office/powerpoint/2010/main" val="1989858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0"/>
              </a:spcBef>
              <a:spcAft>
                <a:spcPts val="0"/>
              </a:spcAft>
            </a:pPr>
            <a:r>
              <a:rPr lang="en-US"/>
              <a:t>During the Han Dynasty (206 BCE – 220 CE), Confucianism evolved from a school of thought into a central ideology that shaped the empire’s political, social, and educational systems. This transformation was particularly significant during the reign of </a:t>
            </a:r>
            <a:r>
              <a:rPr lang="en-US" b="1"/>
              <a:t>Emperor Wu</a:t>
            </a:r>
            <a:r>
              <a:rPr lang="en-US"/>
              <a:t> (r. 141–87 BCE), who is often credited with establishing Confucianism as the official state philosophy. A key figure in this shift was </a:t>
            </a:r>
            <a:r>
              <a:rPr lang="en-US" b="1"/>
              <a:t>Dong </a:t>
            </a:r>
            <a:r>
              <a:rPr lang="en-US" b="1" err="1"/>
              <a:t>Zhongshu</a:t>
            </a:r>
            <a:r>
              <a:rPr lang="en-US"/>
              <a:t>, a Confucian scholar who played a pivotal role in advising the emperor.</a:t>
            </a:r>
          </a:p>
          <a:p>
            <a:pPr>
              <a:spcBef>
                <a:spcPts val="0"/>
              </a:spcBef>
              <a:spcAft>
                <a:spcPts val="0"/>
              </a:spcAft>
            </a:pPr>
            <a:r>
              <a:rPr lang="en-US"/>
              <a:t>1. </a:t>
            </a:r>
            <a:r>
              <a:rPr lang="en-US" b="1"/>
              <a:t>Emperor Wu and the Rise of Confucianism</a:t>
            </a:r>
            <a:endParaRPr lang="en-US"/>
          </a:p>
          <a:p>
            <a:pPr>
              <a:spcBef>
                <a:spcPts val="0"/>
              </a:spcBef>
              <a:spcAft>
                <a:spcPts val="0"/>
              </a:spcAft>
            </a:pPr>
            <a:r>
              <a:rPr lang="en-US"/>
              <a:t>When Emperor Wu took the throne, China was experiencing a period of consolidation and expansion. To strengthen imperial authority, he sought an ideology that would unify the empire and legitimize his rule. At this time, </a:t>
            </a:r>
            <a:r>
              <a:rPr lang="en-US" b="1"/>
              <a:t>Legalism</a:t>
            </a:r>
            <a:r>
              <a:rPr lang="en-US"/>
              <a:t> (the dominant philosophy under the Qin Dynasty) was still influential, but it was harsh and rigid. Confucianism, with its emphasis on moral governance, social harmony, and the ruler’s responsibility to the people, provided an attractive alternative.</a:t>
            </a:r>
          </a:p>
          <a:p>
            <a:pPr>
              <a:spcBef>
                <a:spcPts val="0"/>
              </a:spcBef>
              <a:spcAft>
                <a:spcPts val="0"/>
              </a:spcAft>
            </a:pPr>
            <a:r>
              <a:rPr lang="en-US" b="1"/>
              <a:t>Dong </a:t>
            </a:r>
            <a:r>
              <a:rPr lang="en-US" b="1" err="1"/>
              <a:t>Zhongshu</a:t>
            </a:r>
            <a:r>
              <a:rPr lang="en-US"/>
              <a:t>, a Confucian scholar, was appointed as an advisor to Emperor Wu around 136 BCE. Dong advocated for the supremacy of Confucian ideals in governing the state and believed that these ideals were aligned with the natural order of the universe. His influence on Emperor Wu was profound, leading to a shift in the state’s ideological foundations.</a:t>
            </a:r>
          </a:p>
          <a:p>
            <a:pPr>
              <a:spcBef>
                <a:spcPts val="0"/>
              </a:spcBef>
              <a:spcAft>
                <a:spcPts val="0"/>
              </a:spcAft>
            </a:pPr>
            <a:r>
              <a:rPr lang="en-US" dirty="0"/>
              <a:t>2. </a:t>
            </a:r>
            <a:r>
              <a:rPr lang="en-US" b="1" dirty="0"/>
              <a:t>Dong </a:t>
            </a:r>
            <a:r>
              <a:rPr lang="en-US" b="1" dirty="0" err="1"/>
              <a:t>Zhongshu’s</a:t>
            </a:r>
            <a:r>
              <a:rPr lang="en-US" b="1" dirty="0"/>
              <a:t> Contributions</a:t>
            </a:r>
            <a:endParaRPr lang="en-US" dirty="0"/>
          </a:p>
          <a:p>
            <a:pPr>
              <a:spcBef>
                <a:spcPts val="0"/>
              </a:spcBef>
              <a:spcAft>
                <a:spcPts val="0"/>
              </a:spcAft>
            </a:pPr>
            <a:r>
              <a:rPr lang="en-US" dirty="0"/>
              <a:t>Dong </a:t>
            </a:r>
            <a:r>
              <a:rPr lang="en-US" dirty="0" err="1"/>
              <a:t>Zhongshu’s</a:t>
            </a:r>
            <a:r>
              <a:rPr lang="en-US" dirty="0"/>
              <a:t> most important contribution was his </a:t>
            </a:r>
            <a:r>
              <a:rPr lang="en-US" b="1" dirty="0"/>
              <a:t>integration of Confucianism with cosmology</a:t>
            </a:r>
            <a:r>
              <a:rPr lang="en-US" dirty="0"/>
              <a:t>. He developed the theory of </a:t>
            </a:r>
            <a:r>
              <a:rPr lang="en-US" b="1" dirty="0"/>
              <a:t>correspondence between Heaven (Tian) and humanity</a:t>
            </a:r>
            <a:r>
              <a:rPr lang="en-US" dirty="0"/>
              <a:t>, suggesting that the emperor, as the “Son of Heaven,” had a mandate to rule in accordance with Heaven’s will. If the emperor ruled morally and justly, the natural world would remain in balance. However, if the emperor behaved poorly, disasters like floods, famines, or droughts would occur, signaling Heaven’s displeasure.</a:t>
            </a:r>
            <a:endParaRPr lang="en-US" dirty="0">
              <a:cs typeface="Calibri"/>
            </a:endParaRPr>
          </a:p>
          <a:p>
            <a:pPr>
              <a:spcBef>
                <a:spcPts val="0"/>
              </a:spcBef>
              <a:spcAft>
                <a:spcPts val="0"/>
              </a:spcAft>
            </a:pPr>
            <a:r>
              <a:rPr lang="en-US" dirty="0"/>
              <a:t>Dong </a:t>
            </a:r>
            <a:r>
              <a:rPr lang="en-US" dirty="0" err="1"/>
              <a:t>Zhongshu’s</a:t>
            </a:r>
            <a:r>
              <a:rPr lang="en-US" dirty="0"/>
              <a:t> interpretation of Confucianism emphasized the emperor’s moral obligation to care for his subjects. His ideas were instrumental in convincing Emperor Wu that Confucianism could be a tool for statecraft, blending moral philosophy with political governance.</a:t>
            </a:r>
            <a:endParaRPr lang="en-US" dirty="0">
              <a:cs typeface="Calibri"/>
            </a:endParaRPr>
          </a:p>
          <a:p>
            <a:pPr>
              <a:spcBef>
                <a:spcPts val="0"/>
              </a:spcBef>
              <a:spcAft>
                <a:spcPts val="0"/>
              </a:spcAft>
            </a:pPr>
            <a:r>
              <a:rPr lang="en-US" dirty="0"/>
              <a:t>3. </a:t>
            </a:r>
            <a:r>
              <a:rPr lang="en-US" b="1" dirty="0"/>
              <a:t>Confucianism as State Ideology</a:t>
            </a:r>
            <a:endParaRPr lang="en-US" dirty="0"/>
          </a:p>
          <a:p>
            <a:pPr>
              <a:spcBef>
                <a:spcPts val="0"/>
              </a:spcBef>
              <a:spcAft>
                <a:spcPts val="0"/>
              </a:spcAft>
            </a:pPr>
            <a:r>
              <a:rPr lang="en-US" dirty="0"/>
              <a:t>In 136 BCE, Emperor Wu took a crucial step by </a:t>
            </a:r>
            <a:r>
              <a:rPr lang="en-US" b="1" dirty="0"/>
              <a:t>establishing Confucianism as the state ideology</a:t>
            </a:r>
            <a:r>
              <a:rPr lang="en-US" dirty="0"/>
              <a:t>. He ordered the creation of an imperial academy to train future government officials in Confucian principles. This move institutionalized Confucian education, ensuring that scholars who aspired to work in the bureaucracy were well-versed in Confucian texts, such as the </a:t>
            </a:r>
            <a:r>
              <a:rPr lang="en-US" i="1" dirty="0"/>
              <a:t>Analects</a:t>
            </a:r>
            <a:r>
              <a:rPr lang="en-US" dirty="0"/>
              <a:t> and the </a:t>
            </a:r>
            <a:r>
              <a:rPr lang="en-US" i="1" dirty="0"/>
              <a:t>Five Classics</a:t>
            </a:r>
            <a:r>
              <a:rPr lang="en-US" dirty="0"/>
              <a:t>.</a:t>
            </a:r>
            <a:endParaRPr lang="en-US" dirty="0">
              <a:cs typeface="Calibri"/>
            </a:endParaRPr>
          </a:p>
          <a:p>
            <a:pPr>
              <a:spcBef>
                <a:spcPts val="0"/>
              </a:spcBef>
              <a:spcAft>
                <a:spcPts val="0"/>
              </a:spcAft>
            </a:pPr>
            <a:r>
              <a:rPr lang="en-US" b="1" dirty="0"/>
              <a:t>The civil service examination system</a:t>
            </a:r>
            <a:r>
              <a:rPr lang="en-US" dirty="0"/>
              <a:t> was developed over time as a means of selecting officials based on their knowledge of Confucian philosophy. This system helped ensure that the governing elite were educated in the values of benevolence, propriety, and righteousness, which Confucianism upheld as essential to moral governance.</a:t>
            </a:r>
            <a:endParaRPr lang="en-US" dirty="0">
              <a:cs typeface="Calibri"/>
            </a:endParaRPr>
          </a:p>
          <a:p>
            <a:pPr>
              <a:spcBef>
                <a:spcPts val="0"/>
              </a:spcBef>
              <a:spcAft>
                <a:spcPts val="0"/>
              </a:spcAft>
            </a:pPr>
            <a:r>
              <a:rPr lang="en-US" dirty="0"/>
              <a:t>4. </a:t>
            </a:r>
            <a:r>
              <a:rPr lang="en-US" b="1" dirty="0"/>
              <a:t>Long-Term Impact</a:t>
            </a:r>
            <a:endParaRPr lang="en-US" dirty="0"/>
          </a:p>
          <a:p>
            <a:pPr>
              <a:spcBef>
                <a:spcPts val="0"/>
              </a:spcBef>
              <a:spcAft>
                <a:spcPts val="0"/>
              </a:spcAft>
            </a:pPr>
            <a:r>
              <a:rPr lang="en-US" dirty="0"/>
              <a:t>Confucianism’s rise to prominence under Emperor Wu laid the foundation for its dominance in Chinese political and social life for centuries. Confucian virtues such as </a:t>
            </a:r>
            <a:r>
              <a:rPr lang="en-US" b="1" dirty="0"/>
              <a:t>filial piety</a:t>
            </a:r>
            <a:r>
              <a:rPr lang="en-US" dirty="0"/>
              <a:t>, </a:t>
            </a:r>
            <a:r>
              <a:rPr lang="en-US" b="1" dirty="0"/>
              <a:t>respect for hierarchy</a:t>
            </a:r>
            <a:r>
              <a:rPr lang="en-US" dirty="0"/>
              <a:t>, and </a:t>
            </a:r>
            <a:r>
              <a:rPr lang="en-US" b="1" dirty="0"/>
              <a:t>moral governance</a:t>
            </a:r>
            <a:r>
              <a:rPr lang="en-US" dirty="0"/>
              <a:t> became ingrained in the fabric of Chinese society. Confucian thought not only guided political decisions but also influenced family structures, education, and legal codes.</a:t>
            </a:r>
            <a:endParaRPr lang="en-US" dirty="0">
              <a:cs typeface="Calibri"/>
            </a:endParaRPr>
          </a:p>
          <a:p>
            <a:pPr>
              <a:spcBef>
                <a:spcPts val="0"/>
              </a:spcBef>
              <a:spcAft>
                <a:spcPts val="0"/>
              </a:spcAft>
            </a:pPr>
            <a:r>
              <a:rPr lang="en-US" dirty="0"/>
              <a:t>Moreover, Confucianism provided a framework for </a:t>
            </a:r>
            <a:r>
              <a:rPr lang="en-US" b="1" dirty="0"/>
              <a:t>legitimizing imperial rule</a:t>
            </a:r>
            <a:r>
              <a:rPr lang="en-US" dirty="0"/>
              <a:t>. The emperor was portrayed as the moral center of the state, whose virtue and benevolence guaranteed social harmony. This helped solidify the Han Dynasty's rule and shaped the governance of later dynasties.</a:t>
            </a:r>
            <a:endParaRPr lang="en-US" dirty="0">
              <a:cs typeface="Calibri"/>
            </a:endParaRPr>
          </a:p>
          <a:p>
            <a:pPr>
              <a:spcBef>
                <a:spcPts val="0"/>
              </a:spcBef>
              <a:spcAft>
                <a:spcPts val="0"/>
              </a:spcAft>
            </a:pPr>
            <a:r>
              <a:rPr lang="en-US" dirty="0"/>
              <a:t>Conclusion</a:t>
            </a:r>
            <a:endParaRPr lang="en-US" dirty="0">
              <a:cs typeface="Calibri"/>
            </a:endParaRPr>
          </a:p>
          <a:p>
            <a:pPr>
              <a:spcBef>
                <a:spcPts val="0"/>
              </a:spcBef>
              <a:spcAft>
                <a:spcPts val="0"/>
              </a:spcAft>
            </a:pPr>
            <a:r>
              <a:rPr lang="en-US" dirty="0"/>
              <a:t>The official support of Confucianism during the Han Dynasty, particularly under Emperor Wu and the guidance of Dong </a:t>
            </a:r>
            <a:r>
              <a:rPr lang="en-US" dirty="0" err="1"/>
              <a:t>Zhongshu</a:t>
            </a:r>
            <a:r>
              <a:rPr lang="en-US" dirty="0"/>
              <a:t>, marked a turning point in Chinese history. By integrating Confucian principles into the state, the Han Dynasty created a lasting system where moral philosophy and politics were closely intertwined. This move had far-reaching implications for Chinese governance, education, and society, many of which persisted well into modern times.</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pPr>
              <a:defRPr/>
            </a:pPr>
            <a:fld id="{CCEB947D-ADC9-4DD2-A92C-F74923F6B49A}" type="slidenum">
              <a:rPr lang="en-US"/>
              <a:pPr>
                <a:defRPr/>
              </a:pPr>
              <a:t>11</a:t>
            </a:fld>
            <a:endParaRPr lang="en-US"/>
          </a:p>
        </p:txBody>
      </p:sp>
    </p:spTree>
    <p:extLst>
      <p:ext uri="{BB962C8B-B14F-4D97-AF65-F5344CB8AC3E}">
        <p14:creationId xmlns:p14="http://schemas.microsoft.com/office/powerpoint/2010/main" val="33837742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0"/>
              </a:spcBef>
              <a:spcAft>
                <a:spcPts val="0"/>
              </a:spcAft>
            </a:pPr>
            <a:r>
              <a:rPr lang="en-US"/>
              <a:t>Sima Qian (c. 145–86 BCE) is one of China’s most renowned historians, best known for his monumental work, the </a:t>
            </a:r>
            <a:r>
              <a:rPr lang="en-US" b="1"/>
              <a:t>Records of the Grand Historian (Shiji)</a:t>
            </a:r>
            <a:r>
              <a:rPr lang="en-US"/>
              <a:t>. This text, often regarded as the first comprehensive history of China, profoundly influenced the development of historiography in China and beyond.</a:t>
            </a:r>
          </a:p>
          <a:p>
            <a:pPr>
              <a:spcBef>
                <a:spcPts val="0"/>
              </a:spcBef>
              <a:spcAft>
                <a:spcPts val="0"/>
              </a:spcAft>
            </a:pPr>
            <a:r>
              <a:rPr lang="en-US"/>
              <a:t>Background of Sima Qian</a:t>
            </a:r>
          </a:p>
          <a:p>
            <a:pPr>
              <a:spcBef>
                <a:spcPts val="0"/>
              </a:spcBef>
              <a:spcAft>
                <a:spcPts val="0"/>
              </a:spcAft>
            </a:pPr>
            <a:r>
              <a:rPr lang="en-US"/>
              <a:t>Sima Qian was born during the Han Dynasty, into a family with a strong tradition of scholarship. His father, </a:t>
            </a:r>
            <a:r>
              <a:rPr lang="en-US" b="1"/>
              <a:t>Sima Tan</a:t>
            </a:r>
            <a:r>
              <a:rPr lang="en-US"/>
              <a:t>, was the Grand Historian of the Han court, a position responsible for keeping official records of the state. Before his father’s death, Sima Qian promised to continue his work and complete a history of China from the earliest times to the present. This project became his life’s mission.</a:t>
            </a:r>
          </a:p>
          <a:p>
            <a:pPr>
              <a:spcBef>
                <a:spcPts val="0"/>
              </a:spcBef>
              <a:spcAft>
                <a:spcPts val="0"/>
              </a:spcAft>
            </a:pPr>
            <a:r>
              <a:rPr lang="en-US"/>
              <a:t>Sima Qian’s career took a dramatic turn when he defended a disgraced general, Li Ling, who had been accused of treason after a military defeat. For his defense of Li Ling, Sima Qian was sentenced to </a:t>
            </a:r>
            <a:r>
              <a:rPr lang="en-US" b="1"/>
              <a:t>castration</a:t>
            </a:r>
            <a:r>
              <a:rPr lang="en-US"/>
              <a:t>, a punishment he chose over suicide in order to finish his work. Despite the personal suffering he endured, Sima Qian remained committed to his historical project, and the result was one of the most important texts in Chinese history.</a:t>
            </a:r>
          </a:p>
          <a:p>
            <a:pPr>
              <a:spcBef>
                <a:spcPts val="0"/>
              </a:spcBef>
              <a:spcAft>
                <a:spcPts val="0"/>
              </a:spcAft>
            </a:pPr>
            <a:r>
              <a:rPr lang="en-US"/>
              <a:t>The </a:t>
            </a:r>
            <a:r>
              <a:rPr lang="en-US" b="1"/>
              <a:t>Records of the Grand Historian (Shiji)</a:t>
            </a:r>
            <a:endParaRPr lang="en-US"/>
          </a:p>
          <a:p>
            <a:pPr>
              <a:spcBef>
                <a:spcPts val="0"/>
              </a:spcBef>
              <a:spcAft>
                <a:spcPts val="0"/>
              </a:spcAft>
            </a:pPr>
            <a:r>
              <a:rPr lang="en-US"/>
              <a:t>The </a:t>
            </a:r>
            <a:r>
              <a:rPr lang="en-US" b="1"/>
              <a:t>Shiji</a:t>
            </a:r>
            <a:r>
              <a:rPr lang="en-US"/>
              <a:t>, or </a:t>
            </a:r>
            <a:r>
              <a:rPr lang="en-US" b="1"/>
              <a:t>Records of the Grand Historian</a:t>
            </a:r>
            <a:r>
              <a:rPr lang="en-US"/>
              <a:t>, is a comprehensive history of China from its mythical origins to Sima Qian’s own time. Completed around 91 BCE, the work is vast in scope, covering more than 2,000 years of history and containing over </a:t>
            </a:r>
            <a:r>
              <a:rPr lang="en-US" b="1"/>
              <a:t>130 chapters</a:t>
            </a:r>
            <a:r>
              <a:rPr lang="en-US"/>
              <a:t>.</a:t>
            </a:r>
          </a:p>
          <a:p>
            <a:pPr>
              <a:spcBef>
                <a:spcPts val="0"/>
              </a:spcBef>
              <a:spcAft>
                <a:spcPts val="0"/>
              </a:spcAft>
            </a:pPr>
            <a:r>
              <a:rPr lang="en-US"/>
              <a:t>The text is notable for its structure, which was innovative for its time. Sima Qian divided the work into several sections:</a:t>
            </a:r>
          </a:p>
          <a:p>
            <a:pPr marL="285750" indent="-285750">
              <a:spcBef>
                <a:spcPts val="0"/>
              </a:spcBef>
              <a:spcAft>
                <a:spcPts val="0"/>
              </a:spcAft>
              <a:buFont typeface="Arial"/>
              <a:buChar char="•"/>
            </a:pPr>
            <a:r>
              <a:rPr lang="en-US" b="1"/>
              <a:t>Basic Annals (Benji)</a:t>
            </a:r>
            <a:r>
              <a:rPr lang="en-US"/>
              <a:t>: Chronological accounts of the reigns of emperors and significant political events.</a:t>
            </a:r>
          </a:p>
          <a:p>
            <a:pPr marL="285750" indent="-285750">
              <a:spcBef>
                <a:spcPts val="0"/>
              </a:spcBef>
              <a:spcAft>
                <a:spcPts val="0"/>
              </a:spcAft>
              <a:buFont typeface="Arial"/>
              <a:buChar char="•"/>
            </a:pPr>
            <a:r>
              <a:rPr lang="en-US" b="1"/>
              <a:t>Tables (Biao)</a:t>
            </a:r>
            <a:r>
              <a:rPr lang="en-US"/>
              <a:t>: Genealogical and chronological tables that provide an overview of key events and the relationships between important figures.</a:t>
            </a:r>
          </a:p>
          <a:p>
            <a:pPr marL="285750" indent="-285750">
              <a:spcBef>
                <a:spcPts val="0"/>
              </a:spcBef>
              <a:spcAft>
                <a:spcPts val="0"/>
              </a:spcAft>
              <a:buFont typeface="Arial"/>
              <a:buChar char="•"/>
            </a:pPr>
            <a:r>
              <a:rPr lang="en-US" b="1"/>
              <a:t>Treatises (Shu)</a:t>
            </a:r>
            <a:r>
              <a:rPr lang="en-US"/>
              <a:t>: Essays on various aspects of government, economy, culture, and society, including discussions on the calendar, music, and rituals.</a:t>
            </a:r>
          </a:p>
          <a:p>
            <a:pPr marL="285750" indent="-285750">
              <a:spcBef>
                <a:spcPts val="0"/>
              </a:spcBef>
              <a:spcAft>
                <a:spcPts val="0"/>
              </a:spcAft>
              <a:buFont typeface="Arial"/>
              <a:buChar char="•"/>
            </a:pPr>
            <a:r>
              <a:rPr lang="en-US" b="1"/>
              <a:t>Hereditary Houses (</a:t>
            </a:r>
            <a:r>
              <a:rPr lang="en-US" b="1" err="1"/>
              <a:t>Shijia</a:t>
            </a:r>
            <a:r>
              <a:rPr lang="en-US" b="1"/>
              <a:t>)</a:t>
            </a:r>
            <a:r>
              <a:rPr lang="en-US"/>
              <a:t>: Biographies of prominent ruling families, vassal states, and significant historical figures.</a:t>
            </a:r>
          </a:p>
          <a:p>
            <a:pPr marL="285750" indent="-285750">
              <a:spcBef>
                <a:spcPts val="0"/>
              </a:spcBef>
              <a:spcAft>
                <a:spcPts val="0"/>
              </a:spcAft>
              <a:buFont typeface="Arial"/>
              <a:buChar char="•"/>
            </a:pPr>
            <a:r>
              <a:rPr lang="en-US" b="1" dirty="0"/>
              <a:t>Memoirs (</a:t>
            </a:r>
            <a:r>
              <a:rPr lang="en-US" b="1" dirty="0" err="1"/>
              <a:t>Liezhuan</a:t>
            </a:r>
            <a:r>
              <a:rPr lang="en-US" b="1" dirty="0"/>
              <a:t>)</a:t>
            </a:r>
            <a:r>
              <a:rPr lang="en-US" dirty="0"/>
              <a:t>: Biographies of notable individuals, including officials, generals, philosophers, and even outlaws, providing a more personal perspective on history.</a:t>
            </a:r>
            <a:endParaRPr lang="en-US" dirty="0">
              <a:cs typeface="Calibri"/>
            </a:endParaRPr>
          </a:p>
          <a:p>
            <a:pPr>
              <a:spcBef>
                <a:spcPts val="0"/>
              </a:spcBef>
              <a:spcAft>
                <a:spcPts val="0"/>
              </a:spcAft>
            </a:pPr>
            <a:r>
              <a:rPr lang="en-US" dirty="0"/>
              <a:t>This innovative structure allowed Sima Qian to present a multi-layered narrative that combined political history with cultural, social, and biographical insights. He did not merely recount events; he also sought to explore the motivations and character of historical figures, offering moral judgments and reflections on human nature.</a:t>
            </a:r>
            <a:endParaRPr lang="en-US" dirty="0">
              <a:cs typeface="Calibri"/>
            </a:endParaRPr>
          </a:p>
          <a:p>
            <a:pPr>
              <a:spcBef>
                <a:spcPts val="0"/>
              </a:spcBef>
              <a:spcAft>
                <a:spcPts val="0"/>
              </a:spcAft>
            </a:pPr>
            <a:r>
              <a:rPr lang="en-US" dirty="0"/>
              <a:t>Sima Qian’s Historical Approach</a:t>
            </a:r>
            <a:endParaRPr lang="en-US" dirty="0">
              <a:cs typeface="Calibri"/>
            </a:endParaRPr>
          </a:p>
          <a:p>
            <a:pPr>
              <a:spcBef>
                <a:spcPts val="0"/>
              </a:spcBef>
              <a:spcAft>
                <a:spcPts val="0"/>
              </a:spcAft>
            </a:pPr>
            <a:r>
              <a:rPr lang="en-US" dirty="0"/>
              <a:t>Sima Qian’s approach to history was grounded in </a:t>
            </a:r>
            <a:r>
              <a:rPr lang="en-US" b="1" dirty="0"/>
              <a:t>objectivity</a:t>
            </a:r>
            <a:r>
              <a:rPr lang="en-US" dirty="0"/>
              <a:t> and </a:t>
            </a:r>
            <a:r>
              <a:rPr lang="en-US" b="1" dirty="0"/>
              <a:t>inquiry</a:t>
            </a:r>
            <a:r>
              <a:rPr lang="en-US" dirty="0"/>
              <a:t>. He valued the importance of </a:t>
            </a:r>
            <a:r>
              <a:rPr lang="en-US" b="1" dirty="0"/>
              <a:t>truth-telling</a:t>
            </a:r>
            <a:r>
              <a:rPr lang="en-US" dirty="0"/>
              <a:t>, often consulting multiple sources and presenting conflicting accounts to give a more balanced view of historical events. He was deeply influenced by Confucian ideals, particularly the belief that history could serve as a moral guide for rulers and the people. By documenting the past, Sima Qian hoped to preserve lessons that would inform the future.</a:t>
            </a:r>
            <a:endParaRPr lang="en-US" dirty="0">
              <a:cs typeface="Calibri"/>
            </a:endParaRPr>
          </a:p>
          <a:p>
            <a:pPr>
              <a:spcBef>
                <a:spcPts val="0"/>
              </a:spcBef>
              <a:spcAft>
                <a:spcPts val="0"/>
              </a:spcAft>
            </a:pPr>
            <a:r>
              <a:rPr lang="en-US" dirty="0"/>
              <a:t>One of the distinctive features of Sima Qian’s work was his </a:t>
            </a:r>
            <a:r>
              <a:rPr lang="en-US" b="1" dirty="0"/>
              <a:t>biographical style</a:t>
            </a:r>
            <a:r>
              <a:rPr lang="en-US" dirty="0"/>
              <a:t>. In the </a:t>
            </a:r>
            <a:r>
              <a:rPr lang="en-US" b="1" dirty="0"/>
              <a:t>Memoirs</a:t>
            </a:r>
            <a:r>
              <a:rPr lang="en-US" dirty="0"/>
              <a:t> section, he focused on individuals, portraying them with vivid detail and attention to their personal experiences. This approach humanized history and allowed for a deeper understanding of how personal virtues and flaws influenced political events.</a:t>
            </a:r>
            <a:endParaRPr lang="en-US" dirty="0">
              <a:cs typeface="Calibri"/>
            </a:endParaRPr>
          </a:p>
          <a:p>
            <a:pPr>
              <a:spcBef>
                <a:spcPts val="0"/>
              </a:spcBef>
              <a:spcAft>
                <a:spcPts val="0"/>
              </a:spcAft>
            </a:pPr>
            <a:r>
              <a:rPr lang="en-US" dirty="0"/>
              <a:t>Legacy and Influence</a:t>
            </a:r>
            <a:endParaRPr lang="en-US" dirty="0">
              <a:cs typeface="Calibri"/>
            </a:endParaRPr>
          </a:p>
          <a:p>
            <a:pPr>
              <a:spcBef>
                <a:spcPts val="0"/>
              </a:spcBef>
              <a:spcAft>
                <a:spcPts val="0"/>
              </a:spcAft>
            </a:pPr>
            <a:r>
              <a:rPr lang="en-US" dirty="0"/>
              <a:t>The </a:t>
            </a:r>
            <a:r>
              <a:rPr lang="en-US" b="1" dirty="0"/>
              <a:t>Records of the Grand Historian</a:t>
            </a:r>
            <a:r>
              <a:rPr lang="en-US" dirty="0"/>
              <a:t> set the standard for historical writing in China for centuries. Later historians, such as </a:t>
            </a:r>
            <a:r>
              <a:rPr lang="en-US" b="1" dirty="0"/>
              <a:t>Ban Gu</a:t>
            </a:r>
            <a:r>
              <a:rPr lang="en-US" dirty="0"/>
              <a:t>, author of the </a:t>
            </a:r>
            <a:r>
              <a:rPr lang="en-US" b="1" dirty="0"/>
              <a:t>Book of Han (Hanshu)</a:t>
            </a:r>
            <a:r>
              <a:rPr lang="en-US" dirty="0"/>
              <a:t>, were heavily influenced by Sima Qian’s method of organizing history and his blend of annals and biography. The </a:t>
            </a:r>
            <a:r>
              <a:rPr lang="en-US" b="1" dirty="0"/>
              <a:t>Shiji</a:t>
            </a:r>
            <a:r>
              <a:rPr lang="en-US" dirty="0"/>
              <a:t> became a model for dynastic histories that followed, known as the “Twenty-Four Histories,” which chronicled China’s imperial past.</a:t>
            </a:r>
            <a:endParaRPr lang="en-US" dirty="0">
              <a:cs typeface="Calibri"/>
            </a:endParaRPr>
          </a:p>
          <a:p>
            <a:pPr>
              <a:spcBef>
                <a:spcPts val="0"/>
              </a:spcBef>
              <a:spcAft>
                <a:spcPts val="0"/>
              </a:spcAft>
            </a:pPr>
            <a:r>
              <a:rPr lang="en-US" dirty="0"/>
              <a:t>Sima Qian’s work transcended its time and had an enduring impact on Chinese culture, shaping how history was recorded, interpreted, and understood. His commitment to accuracy, moral reflection, and the role of the historian as a preserver of truth made the </a:t>
            </a:r>
            <a:r>
              <a:rPr lang="en-US" b="1" dirty="0"/>
              <a:t>Shiji</a:t>
            </a:r>
            <a:r>
              <a:rPr lang="en-US" dirty="0"/>
              <a:t> not only a historical record but also a work of profound literary and philosophical importance.</a:t>
            </a:r>
            <a:endParaRPr lang="en-US" dirty="0">
              <a:cs typeface="Calibri"/>
            </a:endParaRPr>
          </a:p>
          <a:p>
            <a:pPr>
              <a:spcBef>
                <a:spcPts val="0"/>
              </a:spcBef>
              <a:spcAft>
                <a:spcPts val="0"/>
              </a:spcAft>
            </a:pPr>
            <a:r>
              <a:rPr lang="en-US" dirty="0"/>
              <a:t>Conclusion</a:t>
            </a:r>
            <a:endParaRPr lang="en-US" dirty="0">
              <a:cs typeface="Calibri"/>
            </a:endParaRPr>
          </a:p>
          <a:p>
            <a:pPr>
              <a:spcBef>
                <a:spcPts val="0"/>
              </a:spcBef>
              <a:spcAft>
                <a:spcPts val="0"/>
              </a:spcAft>
            </a:pPr>
            <a:r>
              <a:rPr lang="en-US" dirty="0"/>
              <a:t>Sima Qian’s </a:t>
            </a:r>
            <a:r>
              <a:rPr lang="en-US" b="1" dirty="0"/>
              <a:t>Records of the Grand Historian</a:t>
            </a:r>
            <a:r>
              <a:rPr lang="en-US" dirty="0"/>
              <a:t> represents a watershed moment in Chinese historiography. His innovative structure, focus on biography, and moral reflections shaped Chinese historical writing for millennia. Despite personal hardship, Sima Qian’s dedication to his craft ensured that the </a:t>
            </a:r>
            <a:r>
              <a:rPr lang="en-US" b="1" dirty="0"/>
              <a:t>Shiji</a:t>
            </a:r>
            <a:r>
              <a:rPr lang="en-US" dirty="0"/>
              <a:t> became one of the most influential texts in Chinese history, leaving a legacy that has stood the test of time.</a:t>
            </a:r>
            <a:endParaRPr lang="en-US" dirty="0">
              <a:cs typeface="Calibri"/>
            </a:endParaRPr>
          </a:p>
          <a:p>
            <a:pPr>
              <a:spcBef>
                <a:spcPts val="0"/>
              </a:spcBef>
              <a:spcAft>
                <a:spcPts val="0"/>
              </a:spcAft>
            </a:pPr>
            <a:endParaRPr lang="en-US" dirty="0">
              <a:cs typeface="Calibri"/>
            </a:endParaRPr>
          </a:p>
        </p:txBody>
      </p:sp>
      <p:sp>
        <p:nvSpPr>
          <p:cNvPr id="4" name="Slide Number Placeholder 3"/>
          <p:cNvSpPr>
            <a:spLocks noGrp="1"/>
          </p:cNvSpPr>
          <p:nvPr>
            <p:ph type="sldNum" sz="quarter" idx="5"/>
          </p:nvPr>
        </p:nvSpPr>
        <p:spPr/>
        <p:txBody>
          <a:bodyPr/>
          <a:lstStyle/>
          <a:p>
            <a:pPr>
              <a:defRPr/>
            </a:pPr>
            <a:fld id="{CCEB947D-ADC9-4DD2-A92C-F74923F6B49A}" type="slidenum">
              <a:rPr lang="en-US"/>
              <a:pPr>
                <a:defRPr/>
              </a:pPr>
              <a:t>13</a:t>
            </a:fld>
            <a:endParaRPr lang="en-US"/>
          </a:p>
        </p:txBody>
      </p:sp>
    </p:spTree>
    <p:extLst>
      <p:ext uri="{BB962C8B-B14F-4D97-AF65-F5344CB8AC3E}">
        <p14:creationId xmlns:p14="http://schemas.microsoft.com/office/powerpoint/2010/main" val="4009900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https://divination.com/how-to-consult-the-i-ching/</a:t>
            </a:r>
          </a:p>
          <a:p>
            <a:endParaRPr lang="en-US" dirty="0"/>
          </a:p>
        </p:txBody>
      </p:sp>
      <p:sp>
        <p:nvSpPr>
          <p:cNvPr id="4" name="Slide Number Placeholder 3"/>
          <p:cNvSpPr>
            <a:spLocks noGrp="1"/>
          </p:cNvSpPr>
          <p:nvPr>
            <p:ph type="sldNum" sz="quarter" idx="10"/>
          </p:nvPr>
        </p:nvSpPr>
        <p:spPr/>
        <p:txBody>
          <a:bodyPr/>
          <a:lstStyle/>
          <a:p>
            <a:pPr>
              <a:defRPr/>
            </a:pPr>
            <a:fld id="{CCEB947D-ADC9-4DD2-A92C-F74923F6B49A}" type="slidenum">
              <a:rPr lang="en-US" smtClean="0"/>
              <a:pPr>
                <a:defRPr/>
              </a:pPr>
              <a:t>17</a:t>
            </a:fld>
            <a:endParaRPr lang="en-US"/>
          </a:p>
        </p:txBody>
      </p:sp>
    </p:spTree>
    <p:extLst>
      <p:ext uri="{BB962C8B-B14F-4D97-AF65-F5344CB8AC3E}">
        <p14:creationId xmlns:p14="http://schemas.microsoft.com/office/powerpoint/2010/main" val="661066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058E58F-34F5-4712-996A-370E713E21AF}" type="slidenum">
              <a:rPr lang="en-US" smtClean="0"/>
              <a:pPr>
                <a:defRPr/>
              </a:pPr>
              <a:t>‹#›</a:t>
            </a:fld>
            <a:endParaRPr lang="en-US"/>
          </a:p>
        </p:txBody>
      </p:sp>
    </p:spTree>
    <p:extLst>
      <p:ext uri="{BB962C8B-B14F-4D97-AF65-F5344CB8AC3E}">
        <p14:creationId xmlns:p14="http://schemas.microsoft.com/office/powerpoint/2010/main" val="26728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77CBA04-D913-4FC8-A6FD-BBD3B10F40C4}" type="slidenum">
              <a:rPr lang="en-US" smtClean="0"/>
              <a:pPr>
                <a:defRPr/>
              </a:pPr>
              <a:t>‹#›</a:t>
            </a:fld>
            <a:endParaRPr lang="en-US"/>
          </a:p>
        </p:txBody>
      </p:sp>
    </p:spTree>
    <p:extLst>
      <p:ext uri="{BB962C8B-B14F-4D97-AF65-F5344CB8AC3E}">
        <p14:creationId xmlns:p14="http://schemas.microsoft.com/office/powerpoint/2010/main" val="3755478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BF6356A-9ECA-4BB5-AFB1-AB47B51B07A7}" type="slidenum">
              <a:rPr lang="en-US" smtClean="0"/>
              <a:pPr>
                <a:defRPr/>
              </a:pPr>
              <a:t>‹#›</a:t>
            </a:fld>
            <a:endParaRPr lang="en-US"/>
          </a:p>
        </p:txBody>
      </p:sp>
    </p:spTree>
    <p:extLst>
      <p:ext uri="{BB962C8B-B14F-4D97-AF65-F5344CB8AC3E}">
        <p14:creationId xmlns:p14="http://schemas.microsoft.com/office/powerpoint/2010/main" val="3521529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1E1B9FF1-6725-44F6-A71C-1457825BFCCC}" type="slidenum">
              <a:rPr lang="en-US" smtClean="0"/>
              <a:pPr>
                <a:defRPr/>
              </a:pPr>
              <a:t>‹#›</a:t>
            </a:fld>
            <a:endParaRPr lang="en-US"/>
          </a:p>
        </p:txBody>
      </p:sp>
    </p:spTree>
    <p:extLst>
      <p:ext uri="{BB962C8B-B14F-4D97-AF65-F5344CB8AC3E}">
        <p14:creationId xmlns:p14="http://schemas.microsoft.com/office/powerpoint/2010/main" val="2611944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BAFE5D7-B0AD-4D3C-B478-6EC7476066CF}" type="slidenum">
              <a:rPr lang="en-US" smtClean="0"/>
              <a:pPr>
                <a:defRPr/>
              </a:pPr>
              <a:t>‹#›</a:t>
            </a:fld>
            <a:endParaRPr lang="en-US"/>
          </a:p>
        </p:txBody>
      </p:sp>
    </p:spTree>
    <p:extLst>
      <p:ext uri="{BB962C8B-B14F-4D97-AF65-F5344CB8AC3E}">
        <p14:creationId xmlns:p14="http://schemas.microsoft.com/office/powerpoint/2010/main" val="3636095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pPr>
              <a:defRPr/>
            </a:pPr>
            <a:endParaRPr lang="en-US"/>
          </a:p>
        </p:txBody>
      </p:sp>
      <p:sp>
        <p:nvSpPr>
          <p:cNvPr id="5" name="Footer Placeholder 3"/>
          <p:cNvSpPr>
            <a:spLocks noGrp="1"/>
          </p:cNvSpPr>
          <p:nvPr>
            <p:ph type="ftr" sz="quarter" idx="11"/>
          </p:nvPr>
        </p:nvSpPr>
        <p:spPr/>
        <p:txBody>
          <a:bodyPr/>
          <a:lstStyle/>
          <a:p>
            <a:pPr>
              <a:defRPr/>
            </a:pPr>
            <a:endParaRPr lang="en-US"/>
          </a:p>
        </p:txBody>
      </p:sp>
      <p:sp>
        <p:nvSpPr>
          <p:cNvPr id="6" name="Slide Number Placeholder 4"/>
          <p:cNvSpPr>
            <a:spLocks noGrp="1"/>
          </p:cNvSpPr>
          <p:nvPr>
            <p:ph type="sldNum" sz="quarter" idx="12"/>
          </p:nvPr>
        </p:nvSpPr>
        <p:spPr/>
        <p:txBody>
          <a:bodyPr/>
          <a:lstStyle/>
          <a:p>
            <a:pPr>
              <a:defRPr/>
            </a:pPr>
            <a:fld id="{6638917D-7031-4FAD-9100-A30B5F572813}" type="slidenum">
              <a:rPr lang="en-US" smtClean="0"/>
              <a:pPr>
                <a:defRPr/>
              </a:pPr>
              <a:t>‹#›</a:t>
            </a:fld>
            <a:endParaRPr lang="en-US"/>
          </a:p>
        </p:txBody>
      </p:sp>
    </p:spTree>
    <p:extLst>
      <p:ext uri="{BB962C8B-B14F-4D97-AF65-F5344CB8AC3E}">
        <p14:creationId xmlns:p14="http://schemas.microsoft.com/office/powerpoint/2010/main" val="4147874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pPr>
              <a:defRPr/>
            </a:pPr>
            <a:endParaRPr lang="en-US"/>
          </a:p>
        </p:txBody>
      </p:sp>
      <p:sp>
        <p:nvSpPr>
          <p:cNvPr id="5" name="Footer Placeholder 2"/>
          <p:cNvSpPr>
            <a:spLocks noGrp="1"/>
          </p:cNvSpPr>
          <p:nvPr>
            <p:ph type="ftr" sz="quarter" idx="11"/>
          </p:nvPr>
        </p:nvSpPr>
        <p:spPr/>
        <p:txBody>
          <a:bodyPr/>
          <a:lstStyle/>
          <a:p>
            <a:pPr>
              <a:defRPr/>
            </a:pPr>
            <a:endParaRPr lang="en-US"/>
          </a:p>
        </p:txBody>
      </p:sp>
      <p:sp>
        <p:nvSpPr>
          <p:cNvPr id="6" name="Slide Number Placeholder 3"/>
          <p:cNvSpPr>
            <a:spLocks noGrp="1"/>
          </p:cNvSpPr>
          <p:nvPr>
            <p:ph type="sldNum" sz="quarter" idx="12"/>
          </p:nvPr>
        </p:nvSpPr>
        <p:spPr/>
        <p:txBody>
          <a:bodyPr/>
          <a:lstStyle/>
          <a:p>
            <a:pPr>
              <a:defRPr/>
            </a:pPr>
            <a:fld id="{6E5F8D07-391E-4F7F-9038-0432A8D330C2}" type="slidenum">
              <a:rPr lang="en-US" smtClean="0"/>
              <a:pPr>
                <a:defRPr/>
              </a:pPr>
              <a:t>‹#›</a:t>
            </a:fld>
            <a:endParaRPr lang="en-US"/>
          </a:p>
        </p:txBody>
      </p:sp>
    </p:spTree>
    <p:extLst>
      <p:ext uri="{BB962C8B-B14F-4D97-AF65-F5344CB8AC3E}">
        <p14:creationId xmlns:p14="http://schemas.microsoft.com/office/powerpoint/2010/main" val="2833576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pPr>
              <a:defRPr/>
            </a:pPr>
            <a:endParaRPr lang="en-US"/>
          </a:p>
        </p:txBody>
      </p:sp>
      <p:sp>
        <p:nvSpPr>
          <p:cNvPr id="5" name="Footer Placeholder 5"/>
          <p:cNvSpPr>
            <a:spLocks noGrp="1"/>
          </p:cNvSpPr>
          <p:nvPr>
            <p:ph type="ftr" sz="quarter" idx="11"/>
          </p:nvPr>
        </p:nvSpPr>
        <p:spPr/>
        <p:txBody>
          <a:bodyPr/>
          <a:lstStyle/>
          <a:p>
            <a:pPr>
              <a:defRPr/>
            </a:pPr>
            <a:endParaRPr lang="en-US"/>
          </a:p>
        </p:txBody>
      </p:sp>
      <p:sp>
        <p:nvSpPr>
          <p:cNvPr id="6" name="Slide Number Placeholder 6"/>
          <p:cNvSpPr>
            <a:spLocks noGrp="1"/>
          </p:cNvSpPr>
          <p:nvPr>
            <p:ph type="sldNum" sz="quarter" idx="12"/>
          </p:nvPr>
        </p:nvSpPr>
        <p:spPr/>
        <p:txBody>
          <a:bodyPr/>
          <a:lstStyle/>
          <a:p>
            <a:pPr>
              <a:defRPr/>
            </a:pPr>
            <a:fld id="{AF4BB2D9-A3AF-44B5-A1A8-795F8095BB9A}" type="slidenum">
              <a:rPr lang="en-US" smtClean="0"/>
              <a:pPr>
                <a:defRPr/>
              </a:pPr>
              <a:t>‹#›</a:t>
            </a:fld>
            <a:endParaRPr lang="en-US"/>
          </a:p>
        </p:txBody>
      </p:sp>
    </p:spTree>
    <p:extLst>
      <p:ext uri="{BB962C8B-B14F-4D97-AF65-F5344CB8AC3E}">
        <p14:creationId xmlns:p14="http://schemas.microsoft.com/office/powerpoint/2010/main" val="576375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862AB34-DE4D-42FC-A095-3942B596A8D2}" type="slidenum">
              <a:rPr lang="en-US" smtClean="0"/>
              <a:pPr>
                <a:defRPr/>
              </a:pPr>
              <a:t>‹#›</a:t>
            </a:fld>
            <a:endParaRPr lang="en-US"/>
          </a:p>
        </p:txBody>
      </p:sp>
    </p:spTree>
    <p:extLst>
      <p:ext uri="{BB962C8B-B14F-4D97-AF65-F5344CB8AC3E}">
        <p14:creationId xmlns:p14="http://schemas.microsoft.com/office/powerpoint/2010/main" val="1398344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6087070-6345-427F-9234-0DE3265056CF}" type="slidenum">
              <a:rPr lang="en-US" smtClean="0"/>
              <a:pPr>
                <a:defRPr/>
              </a:pPr>
              <a:t>‹#›</a:t>
            </a:fld>
            <a:endParaRPr lang="en-US"/>
          </a:p>
        </p:txBody>
      </p:sp>
    </p:spTree>
    <p:extLst>
      <p:ext uri="{BB962C8B-B14F-4D97-AF65-F5344CB8AC3E}">
        <p14:creationId xmlns:p14="http://schemas.microsoft.com/office/powerpoint/2010/main" val="2151165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6087070-6345-427F-9234-0DE3265056CF}" type="slidenum">
              <a:rPr lang="en-US" smtClean="0"/>
              <a:pPr>
                <a:defRPr/>
              </a:pPr>
              <a:t>‹#›</a:t>
            </a:fld>
            <a:endParaRPr lang="en-US"/>
          </a:p>
        </p:txBody>
      </p:sp>
    </p:spTree>
    <p:extLst>
      <p:ext uri="{BB962C8B-B14F-4D97-AF65-F5344CB8AC3E}">
        <p14:creationId xmlns:p14="http://schemas.microsoft.com/office/powerpoint/2010/main" val="14051798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6087070-6345-427F-9234-0DE3265056CF}" type="slidenum">
              <a:rPr lang="en-US" smtClean="0"/>
              <a:pPr>
                <a:defRPr/>
              </a:pPr>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9578269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6087070-6345-427F-9234-0DE3265056CF}" type="slidenum">
              <a:rPr lang="en-US" smtClean="0"/>
              <a:pPr>
                <a:defRPr/>
              </a:pPr>
              <a:t>‹#›</a:t>
            </a:fld>
            <a:endParaRPr lang="en-US"/>
          </a:p>
        </p:txBody>
      </p:sp>
    </p:spTree>
    <p:extLst>
      <p:ext uri="{BB962C8B-B14F-4D97-AF65-F5344CB8AC3E}">
        <p14:creationId xmlns:p14="http://schemas.microsoft.com/office/powerpoint/2010/main" val="11925778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endParaRPr lang="en-US"/>
          </a:p>
        </p:txBody>
      </p:sp>
      <p:sp>
        <p:nvSpPr>
          <p:cNvPr id="4"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6087070-6345-427F-9234-0DE3265056CF}" type="slidenum">
              <a:rPr lang="en-US" smtClean="0"/>
              <a:pPr>
                <a:defRPr/>
              </a:pPr>
              <a:t>‹#›</a:t>
            </a:fld>
            <a:endParaRPr lang="en-US"/>
          </a:p>
        </p:txBody>
      </p:sp>
    </p:spTree>
    <p:extLst>
      <p:ext uri="{BB962C8B-B14F-4D97-AF65-F5344CB8AC3E}">
        <p14:creationId xmlns:p14="http://schemas.microsoft.com/office/powerpoint/2010/main" val="6401150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endParaRPr lang="en-US"/>
          </a:p>
        </p:txBody>
      </p:sp>
      <p:sp>
        <p:nvSpPr>
          <p:cNvPr id="4"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6087070-6345-427F-9234-0DE3265056CF}" type="slidenum">
              <a:rPr lang="en-US" smtClean="0"/>
              <a:pPr>
                <a:defRPr/>
              </a:pPr>
              <a:t>‹#›</a:t>
            </a:fld>
            <a:endParaRPr lang="en-US"/>
          </a:p>
        </p:txBody>
      </p:sp>
    </p:spTree>
    <p:extLst>
      <p:ext uri="{BB962C8B-B14F-4D97-AF65-F5344CB8AC3E}">
        <p14:creationId xmlns:p14="http://schemas.microsoft.com/office/powerpoint/2010/main" val="25508135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D990B34-B730-40BB-850D-7F8F71C16E1A}" type="slidenum">
              <a:rPr lang="en-US" smtClean="0"/>
              <a:pPr>
                <a:defRPr/>
              </a:pPr>
              <a:t>‹#›</a:t>
            </a:fld>
            <a:endParaRPr lang="en-US"/>
          </a:p>
        </p:txBody>
      </p:sp>
    </p:spTree>
    <p:extLst>
      <p:ext uri="{BB962C8B-B14F-4D97-AF65-F5344CB8AC3E}">
        <p14:creationId xmlns:p14="http://schemas.microsoft.com/office/powerpoint/2010/main" val="41416184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FB696FD-234D-4124-B59D-5D9E6C760616}" type="slidenum">
              <a:rPr lang="en-US" smtClean="0"/>
              <a:pPr>
                <a:defRPr/>
              </a:pPr>
              <a:t>‹#›</a:t>
            </a:fld>
            <a:endParaRPr lang="en-US"/>
          </a:p>
        </p:txBody>
      </p:sp>
    </p:spTree>
    <p:extLst>
      <p:ext uri="{BB962C8B-B14F-4D97-AF65-F5344CB8AC3E}">
        <p14:creationId xmlns:p14="http://schemas.microsoft.com/office/powerpoint/2010/main" val="3039551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a:defRPr/>
            </a:pPr>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a:defRPr/>
            </a:pPr>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a:defRPr/>
            </a:pPr>
            <a:fld id="{66087070-6345-427F-9234-0DE3265056CF}" type="slidenum">
              <a:rPr lang="en-US" smtClean="0"/>
              <a:pPr>
                <a:defRPr/>
              </a:pPr>
              <a:t>‹#›</a:t>
            </a:fld>
            <a:endParaRPr lang="en-US"/>
          </a:p>
        </p:txBody>
      </p:sp>
    </p:spTree>
    <p:extLst>
      <p:ext uri="{BB962C8B-B14F-4D97-AF65-F5344CB8AC3E}">
        <p14:creationId xmlns:p14="http://schemas.microsoft.com/office/powerpoint/2010/main" val="2645195565"/>
      </p:ext>
    </p:extLst>
  </p:cSld>
  <p:clrMap bg1="dk1" tx1="lt1" bg2="dk2" tx2="lt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hyperlink" Target="http://www.youtube.com/watch?v=nbgCpmIuaNU"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p:txBody>
          <a:bodyPr/>
          <a:lstStyle/>
          <a:p>
            <a:pPr eaLnBrk="1" hangingPunct="1"/>
            <a:r>
              <a:rPr lang="en-US" dirty="0"/>
              <a:t>The Founding of the Bureaucratic Empire</a:t>
            </a:r>
          </a:p>
        </p:txBody>
      </p:sp>
      <p:sp>
        <p:nvSpPr>
          <p:cNvPr id="3075" name="Rectangle 5"/>
          <p:cNvSpPr>
            <a:spLocks noGrp="1" noChangeArrowheads="1"/>
          </p:cNvSpPr>
          <p:nvPr>
            <p:ph type="subTitle" idx="1"/>
          </p:nvPr>
        </p:nvSpPr>
        <p:spPr/>
        <p:txBody>
          <a:bodyPr/>
          <a:lstStyle/>
          <a:p>
            <a:pPr eaLnBrk="1" hangingPunct="1"/>
            <a:r>
              <a:rPr lang="en-US"/>
              <a:t>Chapter 3</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Qin Shi Huangdi"/>
          <p:cNvPicPr>
            <a:picLocks noChangeAspect="1" noChangeArrowheads="1"/>
          </p:cNvPicPr>
          <p:nvPr/>
        </p:nvPicPr>
        <p:blipFill>
          <a:blip r:embed="rId3" cstate="print"/>
          <a:srcRect/>
          <a:stretch>
            <a:fillRect/>
          </a:stretch>
        </p:blipFill>
        <p:spPr bwMode="auto">
          <a:xfrm>
            <a:off x="4667250" y="0"/>
            <a:ext cx="6000750" cy="6858000"/>
          </a:xfrm>
          <a:prstGeom prst="rect">
            <a:avLst/>
          </a:prstGeom>
          <a:noFill/>
          <a:ln w="9525">
            <a:noFill/>
            <a:miter lim="800000"/>
            <a:headEnd/>
            <a:tailEnd/>
          </a:ln>
        </p:spPr>
      </p:pic>
      <p:sp>
        <p:nvSpPr>
          <p:cNvPr id="5123" name="Text Box 3"/>
          <p:cNvSpPr txBox="1">
            <a:spLocks noChangeArrowheads="1"/>
          </p:cNvSpPr>
          <p:nvPr/>
        </p:nvSpPr>
        <p:spPr bwMode="auto">
          <a:xfrm>
            <a:off x="1812926" y="727075"/>
            <a:ext cx="2911475" cy="1815882"/>
          </a:xfrm>
          <a:prstGeom prst="rect">
            <a:avLst/>
          </a:prstGeom>
          <a:noFill/>
          <a:ln w="9525">
            <a:noFill/>
            <a:miter lim="800000"/>
            <a:headEnd/>
            <a:tailEnd/>
          </a:ln>
        </p:spPr>
        <p:txBody>
          <a:bodyPr>
            <a:spAutoFit/>
          </a:bodyPr>
          <a:lstStyle/>
          <a:p>
            <a:r>
              <a:rPr lang="en-US" sz="2000" b="1" u="sng" dirty="0"/>
              <a:t>I. The Qin</a:t>
            </a:r>
          </a:p>
          <a:p>
            <a:endParaRPr lang="en-US" sz="2000" dirty="0"/>
          </a:p>
          <a:p>
            <a:r>
              <a:rPr lang="en-US" dirty="0"/>
              <a:t>Video : </a:t>
            </a:r>
          </a:p>
          <a:p>
            <a:r>
              <a:rPr lang="en-US" dirty="0"/>
              <a:t>First Emperor: The Man Who Made China</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t>Fall of the Qin</a:t>
            </a:r>
          </a:p>
        </p:txBody>
      </p:sp>
      <p:sp>
        <p:nvSpPr>
          <p:cNvPr id="12291" name="Rectangle 3"/>
          <p:cNvSpPr>
            <a:spLocks noGrp="1" noChangeArrowheads="1"/>
          </p:cNvSpPr>
          <p:nvPr>
            <p:ph idx="1"/>
          </p:nvPr>
        </p:nvSpPr>
        <p:spPr>
          <a:xfrm>
            <a:off x="1103312" y="2052918"/>
            <a:ext cx="9640888" cy="4195481"/>
          </a:xfrm>
        </p:spPr>
        <p:txBody>
          <a:bodyPr>
            <a:normAutofit/>
          </a:bodyPr>
          <a:lstStyle/>
          <a:p>
            <a:pPr eaLnBrk="1" hangingPunct="1"/>
            <a:r>
              <a:rPr lang="en-US" sz="2800" dirty="0"/>
              <a:t>Death of Qin </a:t>
            </a:r>
            <a:r>
              <a:rPr lang="en-US" sz="2800" dirty="0" err="1"/>
              <a:t>Shihuangdi</a:t>
            </a:r>
            <a:r>
              <a:rPr lang="en-US" sz="2800" dirty="0"/>
              <a:t> in 210 probably due to </a:t>
            </a:r>
            <a:r>
              <a:rPr lang="en-US" sz="2800" dirty="0" err="1"/>
              <a:t>elixers</a:t>
            </a:r>
            <a:endParaRPr lang="en-US" sz="2800" dirty="0"/>
          </a:p>
          <a:p>
            <a:pPr eaLnBrk="1" hangingPunct="1"/>
            <a:r>
              <a:rPr lang="en-US" sz="2800" dirty="0"/>
              <a:t>Li Su and the Chief Eunuch engineered the suicide of heir apparent and placed a younger son on the throne</a:t>
            </a:r>
          </a:p>
          <a:p>
            <a:pPr eaLnBrk="1" hangingPunct="1"/>
            <a:r>
              <a:rPr lang="en-US" sz="2800" dirty="0"/>
              <a:t>Soon revolt breaks out followed by rebellions throughout the realm.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t>II. The Han</a:t>
            </a:r>
          </a:p>
        </p:txBody>
      </p:sp>
      <p:sp>
        <p:nvSpPr>
          <p:cNvPr id="13315" name="Rectangle 3"/>
          <p:cNvSpPr>
            <a:spLocks noGrp="1" noChangeArrowheads="1"/>
          </p:cNvSpPr>
          <p:nvPr>
            <p:ph idx="1"/>
          </p:nvPr>
        </p:nvSpPr>
        <p:spPr>
          <a:xfrm>
            <a:off x="1103312" y="2052918"/>
            <a:ext cx="9259888" cy="4195481"/>
          </a:xfrm>
        </p:spPr>
        <p:txBody>
          <a:bodyPr>
            <a:normAutofit/>
          </a:bodyPr>
          <a:lstStyle/>
          <a:p>
            <a:pPr eaLnBrk="1" hangingPunct="1"/>
            <a:r>
              <a:rPr lang="en-US" sz="3200" dirty="0"/>
              <a:t>Two rebel leaders emerge</a:t>
            </a:r>
          </a:p>
          <a:p>
            <a:pPr lvl="1" eaLnBrk="1" hangingPunct="1"/>
            <a:r>
              <a:rPr lang="en-US" sz="2800" dirty="0"/>
              <a:t>Xiang Yu (233-202 BC): Chu aristocrat</a:t>
            </a:r>
          </a:p>
          <a:p>
            <a:pPr lvl="1" eaLnBrk="1" hangingPunct="1"/>
            <a:r>
              <a:rPr lang="en-US" sz="2800" dirty="0"/>
              <a:t>Liu Bang (247-195 BC): Peasant origin (?)</a:t>
            </a:r>
          </a:p>
          <a:p>
            <a:pPr eaLnBrk="1" hangingPunct="1"/>
            <a:r>
              <a:rPr lang="en-US" sz="3200" dirty="0"/>
              <a:t>Liu Bang defeats Xiang; proclaims the Han Dynasty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The Formative Years</a:t>
            </a:r>
          </a:p>
        </p:txBody>
      </p:sp>
      <p:sp>
        <p:nvSpPr>
          <p:cNvPr id="14339" name="Rectangle 3"/>
          <p:cNvSpPr>
            <a:spLocks noGrp="1" noChangeArrowheads="1"/>
          </p:cNvSpPr>
          <p:nvPr>
            <p:ph idx="1"/>
          </p:nvPr>
        </p:nvSpPr>
        <p:spPr>
          <a:xfrm>
            <a:off x="1103312" y="2052918"/>
            <a:ext cx="9945688" cy="4195481"/>
          </a:xfrm>
        </p:spPr>
        <p:txBody>
          <a:bodyPr>
            <a:normAutofit/>
          </a:bodyPr>
          <a:lstStyle/>
          <a:p>
            <a:pPr eaLnBrk="1" hangingPunct="1"/>
            <a:r>
              <a:rPr lang="en-US" sz="3200" dirty="0"/>
              <a:t>Built on Qin foundations; but abolished harsh and intrusive Qin codes</a:t>
            </a:r>
          </a:p>
          <a:p>
            <a:pPr eaLnBrk="1" hangingPunct="1"/>
            <a:r>
              <a:rPr lang="en-US" sz="3200" dirty="0"/>
              <a:t>Unable to govern directly; Had to reward old generals and clan members with territory as nearly autonomous fiefs</a:t>
            </a:r>
          </a:p>
          <a:p>
            <a:pPr lvl="1"/>
            <a:r>
              <a:rPr lang="en-US" sz="2800" dirty="0"/>
              <a:t>Leads to problems with dynastic rule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a:bodyPr>
          <a:lstStyle/>
          <a:p>
            <a:pPr eaLnBrk="1" hangingPunct="1"/>
            <a:r>
              <a:rPr lang="en-US" dirty="0"/>
              <a:t>Threats to Dynastic Longevity</a:t>
            </a:r>
          </a:p>
        </p:txBody>
      </p:sp>
      <p:sp>
        <p:nvSpPr>
          <p:cNvPr id="15363" name="Rectangle 3"/>
          <p:cNvSpPr>
            <a:spLocks noGrp="1" noChangeArrowheads="1"/>
          </p:cNvSpPr>
          <p:nvPr>
            <p:ph idx="1"/>
          </p:nvPr>
        </p:nvSpPr>
        <p:spPr/>
        <p:txBody>
          <a:bodyPr/>
          <a:lstStyle/>
          <a:p>
            <a:pPr eaLnBrk="1" hangingPunct="1"/>
            <a:r>
              <a:rPr lang="en-US" sz="3600" dirty="0"/>
              <a:t>Feudalism</a:t>
            </a:r>
          </a:p>
          <a:p>
            <a:pPr eaLnBrk="1" hangingPunct="1"/>
            <a:r>
              <a:rPr lang="en-US" sz="3600" dirty="0"/>
              <a:t>Empress’s Clan</a:t>
            </a:r>
          </a:p>
          <a:p>
            <a:pPr eaLnBrk="1" hangingPunct="1"/>
            <a:r>
              <a:rPr lang="en-US" sz="3600" dirty="0">
                <a:hlinkClick r:id="rId3" action="ppaction://hlinksldjump"/>
              </a:rPr>
              <a:t>Palace Eunuchs</a:t>
            </a:r>
            <a:endParaRPr lang="en-US" sz="3600" dirty="0"/>
          </a:p>
          <a:p>
            <a:r>
              <a:rPr lang="en-US" sz="3600" dirty="0">
                <a:hlinkClick r:id="" action="ppaction://noaction"/>
              </a:rPr>
              <a:t>Pastoralists (Barbarian) Threat</a:t>
            </a:r>
            <a:endParaRPr lang="en-US" sz="3600" dirty="0"/>
          </a:p>
          <a:p>
            <a:pPr eaLnBrk="1" hangingPunct="1">
              <a:buFontTx/>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rmAutofit/>
          </a:bodyPr>
          <a:lstStyle/>
          <a:p>
            <a:pPr eaLnBrk="1" hangingPunct="1"/>
            <a:r>
              <a:rPr lang="en-US" sz="4000"/>
              <a:t>Wang Mang (r. 9 bc – 23 ad) usurps throne proclaims the Xin Dynasty</a:t>
            </a:r>
          </a:p>
        </p:txBody>
      </p:sp>
      <p:sp>
        <p:nvSpPr>
          <p:cNvPr id="21507" name="Rectangle 3"/>
          <p:cNvSpPr>
            <a:spLocks noGrp="1" noChangeArrowheads="1"/>
          </p:cNvSpPr>
          <p:nvPr>
            <p:ph idx="1"/>
          </p:nvPr>
        </p:nvSpPr>
        <p:spPr/>
        <p:txBody>
          <a:bodyPr>
            <a:normAutofit fontScale="85000" lnSpcReduction="20000"/>
          </a:bodyPr>
          <a:lstStyle/>
          <a:p>
            <a:pPr eaLnBrk="1" hangingPunct="1"/>
            <a:r>
              <a:rPr lang="en-US" sz="2800" dirty="0"/>
              <a:t>Member of Empress’s Clan, became regent</a:t>
            </a:r>
          </a:p>
          <a:p>
            <a:pPr eaLnBrk="1" hangingPunct="1"/>
            <a:r>
              <a:rPr lang="en-US" sz="2800" dirty="0"/>
              <a:t>Usurped throne in 9 </a:t>
            </a:r>
            <a:r>
              <a:rPr lang="en-US" sz="2800" dirty="0" err="1"/>
              <a:t>bc</a:t>
            </a:r>
            <a:endParaRPr lang="en-US" sz="2800" dirty="0"/>
          </a:p>
          <a:p>
            <a:pPr eaLnBrk="1" hangingPunct="1"/>
            <a:r>
              <a:rPr lang="en-US" sz="2800" dirty="0"/>
              <a:t>Key Reforms</a:t>
            </a:r>
          </a:p>
          <a:p>
            <a:pPr lvl="1" eaLnBrk="1" hangingPunct="1"/>
            <a:r>
              <a:rPr lang="en-US" sz="2400" dirty="0"/>
              <a:t>Redistribute land</a:t>
            </a:r>
          </a:p>
          <a:p>
            <a:pPr lvl="1" eaLnBrk="1" hangingPunct="1"/>
            <a:r>
              <a:rPr lang="en-US" sz="2400" dirty="0"/>
              <a:t>Well-field system</a:t>
            </a:r>
          </a:p>
          <a:p>
            <a:pPr lvl="1" eaLnBrk="1" hangingPunct="1"/>
            <a:r>
              <a:rPr lang="en-US" sz="2400" dirty="0"/>
              <a:t>prohibited slavery</a:t>
            </a:r>
          </a:p>
          <a:p>
            <a:pPr lvl="1" eaLnBrk="1" hangingPunct="1"/>
            <a:r>
              <a:rPr lang="en-US" sz="2400" dirty="0"/>
              <a:t>Reinstituted government monopolies</a:t>
            </a:r>
          </a:p>
          <a:p>
            <a:pPr lvl="1" eaLnBrk="1" hangingPunct="1"/>
            <a:r>
              <a:rPr lang="en-US" sz="2400" dirty="0"/>
              <a:t>Introduced new currency</a:t>
            </a:r>
          </a:p>
          <a:p>
            <a:pPr eaLnBrk="1" hangingPunct="1"/>
            <a:r>
              <a:rPr lang="en-US" sz="2800" dirty="0"/>
              <a:t>Wang </a:t>
            </a:r>
            <a:r>
              <a:rPr lang="en-US" sz="2800" dirty="0" err="1"/>
              <a:t>Mang</a:t>
            </a:r>
            <a:r>
              <a:rPr lang="en-US" sz="2800" dirty="0"/>
              <a:t> met fierce resistance from landlords</a:t>
            </a:r>
          </a:p>
          <a:p>
            <a:pPr lvl="1" eaLnBrk="1" hangingPunct="1"/>
            <a:r>
              <a:rPr lang="en-US" sz="2400" dirty="0"/>
              <a:t>Led by Liu </a:t>
            </a:r>
            <a:r>
              <a:rPr lang="en-US" sz="2400" dirty="0" err="1"/>
              <a:t>Xiu</a:t>
            </a:r>
            <a:r>
              <a:rPr lang="en-US" sz="2400" dirty="0"/>
              <a:t> (imperial clan); restored Han dynasty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00401" y="-1219200"/>
            <a:ext cx="5569873" cy="4038600"/>
          </a:xfrm>
          <a:prstGeom prst="rect">
            <a:avLst/>
          </a:prstGeom>
        </p:spPr>
      </p:pic>
      <p:sp>
        <p:nvSpPr>
          <p:cNvPr id="5" name="TextBox 4">
            <a:extLst>
              <a:ext uri="{FF2B5EF4-FFF2-40B4-BE49-F238E27FC236}">
                <a16:creationId xmlns:a16="http://schemas.microsoft.com/office/drawing/2014/main" id="{4380C0B5-6670-408E-934E-9945B33C6ADE}"/>
              </a:ext>
            </a:extLst>
          </p:cNvPr>
          <p:cNvSpPr txBox="1"/>
          <p:nvPr/>
        </p:nvSpPr>
        <p:spPr>
          <a:xfrm>
            <a:off x="3184208" y="2608630"/>
            <a:ext cx="6416992" cy="369332"/>
          </a:xfrm>
          <a:prstGeom prst="rect">
            <a:avLst/>
          </a:prstGeom>
          <a:noFill/>
        </p:spPr>
        <p:txBody>
          <a:bodyPr wrap="square">
            <a:spAutoFit/>
          </a:bodyPr>
          <a:lstStyle/>
          <a:p>
            <a:r>
              <a:rPr lang="en-US" dirty="0">
                <a:hlinkClick r:id="rId4"/>
              </a:rPr>
              <a:t>http://www.youtube.com/watch?v=nbgCpmIuaNU</a:t>
            </a:r>
            <a:endParaRPr lang="en-US" dirty="0"/>
          </a:p>
        </p:txBody>
      </p:sp>
    </p:spTree>
    <p:extLst>
      <p:ext uri="{BB962C8B-B14F-4D97-AF65-F5344CB8AC3E}">
        <p14:creationId xmlns:p14="http://schemas.microsoft.com/office/powerpoint/2010/main" val="228747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Eunuchs of the Han Dynasty</a:t>
            </a:r>
          </a:p>
        </p:txBody>
      </p:sp>
      <p:sp>
        <p:nvSpPr>
          <p:cNvPr id="3" name="Content Placeholder 2"/>
          <p:cNvSpPr>
            <a:spLocks noGrp="1"/>
          </p:cNvSpPr>
          <p:nvPr>
            <p:ph idx="1"/>
          </p:nvPr>
        </p:nvSpPr>
        <p:spPr>
          <a:xfrm>
            <a:off x="838200" y="1463168"/>
            <a:ext cx="9601200" cy="4953000"/>
          </a:xfrm>
        </p:spPr>
        <p:txBody>
          <a:bodyPr>
            <a:normAutofit/>
          </a:bodyPr>
          <a:lstStyle/>
          <a:p>
            <a:r>
              <a:rPr lang="en-US" dirty="0"/>
              <a:t>Eunuchs build base of power; wielded tremendous influence though despised by officials</a:t>
            </a:r>
          </a:p>
          <a:p>
            <a:r>
              <a:rPr lang="en-US" dirty="0"/>
              <a:t>Weak emperors became instruments of eunuchs</a:t>
            </a:r>
          </a:p>
          <a:p>
            <a:r>
              <a:rPr lang="en-US" dirty="0"/>
              <a:t>124 </a:t>
            </a:r>
            <a:r>
              <a:rPr lang="en-US" dirty="0" err="1"/>
              <a:t>c.e</a:t>
            </a:r>
            <a:r>
              <a:rPr lang="en-US" dirty="0"/>
              <a:t>. Eunuchs stage palace coup; able to place a child on the throne</a:t>
            </a:r>
          </a:p>
          <a:p>
            <a:r>
              <a:rPr lang="en-US" dirty="0"/>
              <a:t>Great Proscription – Eunuch retaliation against officials who protested eunuch power</a:t>
            </a:r>
          </a:p>
          <a:p>
            <a:pPr lvl="1"/>
            <a:r>
              <a:rPr lang="en-US" dirty="0"/>
              <a:t>Eunuchs seized control of the court</a:t>
            </a:r>
          </a:p>
          <a:p>
            <a:pPr lvl="1"/>
            <a:r>
              <a:rPr lang="en-US" dirty="0"/>
              <a:t>Officials jailed, banned from office, and executed</a:t>
            </a:r>
          </a:p>
          <a:p>
            <a:pPr lvl="1"/>
            <a:r>
              <a:rPr lang="en-US" dirty="0"/>
              <a:t>Lasted 18 years</a:t>
            </a:r>
          </a:p>
        </p:txBody>
      </p:sp>
    </p:spTree>
    <p:extLst>
      <p:ext uri="{BB962C8B-B14F-4D97-AF65-F5344CB8AC3E}">
        <p14:creationId xmlns:p14="http://schemas.microsoft.com/office/powerpoint/2010/main" val="390678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a:bodyPr>
          <a:lstStyle/>
          <a:p>
            <a:r>
              <a:rPr lang="en-US" sz="4000" dirty="0"/>
              <a:t>Borderlands</a:t>
            </a:r>
            <a:endParaRPr lang="en-US" dirty="0"/>
          </a:p>
        </p:txBody>
      </p:sp>
      <p:sp>
        <p:nvSpPr>
          <p:cNvPr id="18435" name="Rectangle 3"/>
          <p:cNvSpPr>
            <a:spLocks noGrp="1" noChangeArrowheads="1"/>
          </p:cNvSpPr>
          <p:nvPr>
            <p:ph idx="1"/>
          </p:nvPr>
        </p:nvSpPr>
        <p:spPr>
          <a:xfrm>
            <a:off x="648930" y="1607574"/>
            <a:ext cx="10746657" cy="4682613"/>
          </a:xfrm>
        </p:spPr>
        <p:txBody>
          <a:bodyPr vert="horz" lIns="91440" tIns="45720" rIns="91440" bIns="45720" rtlCol="0" anchor="t">
            <a:normAutofit/>
          </a:bodyPr>
          <a:lstStyle/>
          <a:p>
            <a:pPr eaLnBrk="1" hangingPunct="1">
              <a:lnSpc>
                <a:spcPct val="80000"/>
              </a:lnSpc>
            </a:pPr>
            <a:r>
              <a:rPr lang="en-US" sz="2800" dirty="0"/>
              <a:t>Emperor Wu adopted expansionist policies: established control over the Southeast (modern-day Vietnam) and colonies on Korean peninsula</a:t>
            </a:r>
          </a:p>
          <a:p>
            <a:pPr lvl="1" eaLnBrk="1" hangingPunct="1">
              <a:lnSpc>
                <a:spcPct val="80000"/>
              </a:lnSpc>
            </a:pPr>
            <a:r>
              <a:rPr lang="en-US" sz="2400" dirty="0"/>
              <a:t>Both adopt agrarian peoples adopt Han style government</a:t>
            </a:r>
          </a:p>
          <a:p>
            <a:pPr eaLnBrk="1" hangingPunct="1">
              <a:lnSpc>
                <a:spcPct val="80000"/>
              </a:lnSpc>
            </a:pPr>
            <a:r>
              <a:rPr lang="en-US" sz="2800" dirty="0"/>
              <a:t>Pastoralists to the north more resistant</a:t>
            </a:r>
          </a:p>
          <a:p>
            <a:pPr eaLnBrk="1" hangingPunct="1">
              <a:lnSpc>
                <a:spcPct val="80000"/>
              </a:lnSpc>
            </a:pPr>
            <a:r>
              <a:rPr lang="en-US" sz="2800" dirty="0" err="1"/>
              <a:t>Xiongnu</a:t>
            </a:r>
            <a:r>
              <a:rPr lang="en-US" sz="2800" dirty="0"/>
              <a:t> </a:t>
            </a:r>
          </a:p>
          <a:p>
            <a:pPr lvl="1" eaLnBrk="1" hangingPunct="1">
              <a:lnSpc>
                <a:spcPct val="80000"/>
              </a:lnSpc>
            </a:pPr>
            <a:r>
              <a:rPr lang="en-US" sz="2400" dirty="0"/>
              <a:t>Pastoral skills converted easily to military skills</a:t>
            </a:r>
          </a:p>
          <a:p>
            <a:pPr eaLnBrk="1" hangingPunct="1">
              <a:lnSpc>
                <a:spcPct val="80000"/>
              </a:lnSpc>
            </a:pPr>
            <a:r>
              <a:rPr lang="en-US" sz="2800" dirty="0"/>
              <a:t>Han Response to Pastoralists</a:t>
            </a:r>
          </a:p>
          <a:p>
            <a:pPr lvl="1" eaLnBrk="1" hangingPunct="1">
              <a:lnSpc>
                <a:spcPct val="80000"/>
              </a:lnSpc>
            </a:pPr>
            <a:r>
              <a:rPr lang="en-US" sz="2400" dirty="0"/>
              <a:t>Appeasement</a:t>
            </a:r>
          </a:p>
          <a:p>
            <a:pPr lvl="2">
              <a:lnSpc>
                <a:spcPct val="80000"/>
              </a:lnSpc>
            </a:pPr>
            <a:r>
              <a:rPr lang="en-US" sz="2000" dirty="0"/>
              <a:t>Instituted state monopolies to pay for gifts/ marriage alliances</a:t>
            </a:r>
          </a:p>
          <a:p>
            <a:pPr lvl="1" eaLnBrk="1" hangingPunct="1">
              <a:lnSpc>
                <a:spcPct val="80000"/>
              </a:lnSpc>
            </a:pPr>
            <a:r>
              <a:rPr lang="en-US" sz="2400" dirty="0"/>
              <a:t>War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FAC55-6A43-E06F-EA59-A00257C1D1B7}"/>
              </a:ext>
            </a:extLst>
          </p:cNvPr>
          <p:cNvSpPr>
            <a:spLocks noGrp="1"/>
          </p:cNvSpPr>
          <p:nvPr>
            <p:ph type="title"/>
          </p:nvPr>
        </p:nvSpPr>
        <p:spPr/>
        <p:txBody>
          <a:bodyPr/>
          <a:lstStyle/>
          <a:p>
            <a:r>
              <a:rPr lang="en-US" dirty="0"/>
              <a:t>Official Support for Confucianism</a:t>
            </a:r>
          </a:p>
        </p:txBody>
      </p:sp>
      <p:sp>
        <p:nvSpPr>
          <p:cNvPr id="3" name="Content Placeholder 2">
            <a:extLst>
              <a:ext uri="{FF2B5EF4-FFF2-40B4-BE49-F238E27FC236}">
                <a16:creationId xmlns:a16="http://schemas.microsoft.com/office/drawing/2014/main" id="{8BEF1A43-8060-770C-2BFD-100C4D1EB93D}"/>
              </a:ext>
            </a:extLst>
          </p:cNvPr>
          <p:cNvSpPr>
            <a:spLocks noGrp="1"/>
          </p:cNvSpPr>
          <p:nvPr>
            <p:ph idx="1"/>
          </p:nvPr>
        </p:nvSpPr>
        <p:spPr/>
        <p:txBody>
          <a:bodyPr vert="horz" lIns="91440" tIns="45720" rIns="91440" bIns="45720" rtlCol="0" anchor="t">
            <a:normAutofit/>
          </a:bodyPr>
          <a:lstStyle/>
          <a:p>
            <a:r>
              <a:rPr lang="en-US" dirty="0"/>
              <a:t>Emperor Wu and the Rise of Confucianism</a:t>
            </a:r>
          </a:p>
          <a:p>
            <a:pPr>
              <a:buClr>
                <a:srgbClr val="8AD0D6"/>
              </a:buClr>
            </a:pPr>
            <a:r>
              <a:rPr lang="en-US" dirty="0">
                <a:ea typeface="+mj-lt"/>
                <a:cs typeface="+mj-lt"/>
              </a:rPr>
              <a:t>Dong </a:t>
            </a:r>
            <a:r>
              <a:rPr lang="en-US" dirty="0" err="1">
                <a:ea typeface="+mj-lt"/>
                <a:cs typeface="+mj-lt"/>
              </a:rPr>
              <a:t>Zhongshu’s</a:t>
            </a:r>
            <a:r>
              <a:rPr lang="en-US" dirty="0">
                <a:ea typeface="+mj-lt"/>
                <a:cs typeface="+mj-lt"/>
              </a:rPr>
              <a:t> Contributions</a:t>
            </a:r>
          </a:p>
          <a:p>
            <a:pPr>
              <a:buClr>
                <a:srgbClr val="8AD0D6"/>
              </a:buClr>
            </a:pPr>
            <a:r>
              <a:rPr lang="en-US" dirty="0">
                <a:ea typeface="+mj-lt"/>
                <a:cs typeface="+mj-lt"/>
              </a:rPr>
              <a:t>Confucianism as State Ideology</a:t>
            </a:r>
            <a:endParaRPr lang="en-US" dirty="0"/>
          </a:p>
        </p:txBody>
      </p:sp>
    </p:spTree>
    <p:extLst>
      <p:ext uri="{BB962C8B-B14F-4D97-AF65-F5344CB8AC3E}">
        <p14:creationId xmlns:p14="http://schemas.microsoft.com/office/powerpoint/2010/main" val="1460856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96DF7-A83E-DB75-38C6-D94534C28866}"/>
              </a:ext>
            </a:extLst>
          </p:cNvPr>
          <p:cNvSpPr>
            <a:spLocks noGrp="1"/>
          </p:cNvSpPr>
          <p:nvPr>
            <p:ph type="title"/>
          </p:nvPr>
        </p:nvSpPr>
        <p:spPr/>
        <p:txBody>
          <a:bodyPr/>
          <a:lstStyle/>
          <a:p>
            <a:r>
              <a:rPr lang="en-US" dirty="0"/>
              <a:t>Han Confucianism</a:t>
            </a:r>
          </a:p>
        </p:txBody>
      </p:sp>
      <p:sp>
        <p:nvSpPr>
          <p:cNvPr id="3" name="Content Placeholder 2">
            <a:extLst>
              <a:ext uri="{FF2B5EF4-FFF2-40B4-BE49-F238E27FC236}">
                <a16:creationId xmlns:a16="http://schemas.microsoft.com/office/drawing/2014/main" id="{1260B58F-F28F-65ED-38B5-510221138B53}"/>
              </a:ext>
            </a:extLst>
          </p:cNvPr>
          <p:cNvSpPr>
            <a:spLocks noGrp="1"/>
          </p:cNvSpPr>
          <p:nvPr>
            <p:ph idx="1"/>
          </p:nvPr>
        </p:nvSpPr>
        <p:spPr>
          <a:xfrm>
            <a:off x="1103312" y="2052918"/>
            <a:ext cx="7509352" cy="4195481"/>
          </a:xfrm>
        </p:spPr>
        <p:txBody>
          <a:bodyPr vert="horz" lIns="91440" tIns="45720" rIns="91440" bIns="45720" rtlCol="0" anchor="t">
            <a:normAutofit/>
          </a:bodyPr>
          <a:lstStyle/>
          <a:p>
            <a:r>
              <a:rPr lang="en-US" dirty="0"/>
              <a:t>Dong </a:t>
            </a:r>
            <a:r>
              <a:rPr lang="en-US" err="1"/>
              <a:t>Zhongshu</a:t>
            </a:r>
            <a:r>
              <a:rPr lang="en-US" dirty="0"/>
              <a:t> advocates the Mandate of Heaven, i.e., emperor </a:t>
            </a:r>
            <a:r>
              <a:rPr lang="en-US"/>
              <a:t>legitimacy contingent on moral virtue</a:t>
            </a:r>
            <a:endParaRPr lang="en-US" dirty="0"/>
          </a:p>
          <a:p>
            <a:pPr lvl="1">
              <a:buClr>
                <a:srgbClr val="8AD0D6"/>
              </a:buClr>
              <a:buFont typeface="Courier New" charset="2"/>
              <a:buChar char="o"/>
            </a:pPr>
            <a:r>
              <a:rPr lang="en-US" dirty="0"/>
              <a:t>Natural disasters signs of Heavens displeasure</a:t>
            </a:r>
          </a:p>
          <a:p>
            <a:pPr>
              <a:buClr>
                <a:srgbClr val="8AD0D6"/>
              </a:buClr>
            </a:pPr>
            <a:r>
              <a:rPr lang="en-US"/>
              <a:t>Imperial System</a:t>
            </a:r>
            <a:endParaRPr lang="en-US" dirty="0"/>
          </a:p>
          <a:p>
            <a:pPr lvl="1">
              <a:buClr>
                <a:srgbClr val="8AD0D6"/>
              </a:buClr>
              <a:buFont typeface="Courier New" charset="2"/>
              <a:buChar char="o"/>
            </a:pPr>
            <a:r>
              <a:rPr lang="en-US" dirty="0"/>
              <a:t>Establishment of Imperial Academy to train government officials in </a:t>
            </a:r>
            <a:r>
              <a:rPr lang="en-US"/>
              <a:t>Confucian texts</a:t>
            </a:r>
          </a:p>
          <a:p>
            <a:pPr lvl="1">
              <a:buClr>
                <a:srgbClr val="8AD0D6"/>
              </a:buClr>
              <a:buFont typeface="Courier New" charset="2"/>
              <a:buChar char="o"/>
            </a:pPr>
            <a:r>
              <a:rPr lang="en-US" dirty="0"/>
              <a:t>Early beginnings of civil service system based on merit</a:t>
            </a:r>
          </a:p>
          <a:p>
            <a:pPr lvl="1">
              <a:buClr>
                <a:srgbClr val="8AD0D6"/>
              </a:buClr>
              <a:buFont typeface="Courier New" charset="2"/>
              <a:buChar char="o"/>
            </a:pPr>
            <a:r>
              <a:rPr lang="en-US"/>
              <a:t>Confucian virtues become foundation of state</a:t>
            </a:r>
          </a:p>
          <a:p>
            <a:pPr>
              <a:buClr>
                <a:srgbClr val="8AD0D6"/>
              </a:buClr>
            </a:pPr>
            <a:r>
              <a:rPr lang="en-US" dirty="0"/>
              <a:t>Confucian classics kept safe or memorized by former scholars</a:t>
            </a:r>
          </a:p>
        </p:txBody>
      </p:sp>
      <p:sp>
        <p:nvSpPr>
          <p:cNvPr id="4" name="Rectangle: Rounded Corners 3">
            <a:extLst>
              <a:ext uri="{FF2B5EF4-FFF2-40B4-BE49-F238E27FC236}">
                <a16:creationId xmlns:a16="http://schemas.microsoft.com/office/drawing/2014/main" id="{435D3AF4-7276-D2C7-BA8E-B9412A25E385}"/>
              </a:ext>
            </a:extLst>
          </p:cNvPr>
          <p:cNvSpPr/>
          <p:nvPr/>
        </p:nvSpPr>
        <p:spPr>
          <a:xfrm>
            <a:off x="8424783" y="2052483"/>
            <a:ext cx="3607441" cy="42015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The Five Classics</a:t>
            </a:r>
          </a:p>
          <a:p>
            <a:pPr algn="ctr"/>
            <a:endParaRPr lang="en-US" dirty="0"/>
          </a:p>
          <a:p>
            <a:pPr marL="285750" indent="-285750">
              <a:buFont typeface="Arial"/>
              <a:buChar char="•"/>
            </a:pPr>
            <a:r>
              <a:rPr lang="en-US" dirty="0"/>
              <a:t>Book of Changes</a:t>
            </a:r>
          </a:p>
          <a:p>
            <a:pPr marL="285750" indent="-285750">
              <a:buFont typeface="Arial"/>
              <a:buChar char="•"/>
            </a:pPr>
            <a:r>
              <a:rPr lang="en-US" dirty="0"/>
              <a:t>Book of Documents</a:t>
            </a:r>
          </a:p>
          <a:p>
            <a:pPr marL="285750" indent="-285750">
              <a:buFont typeface="Arial"/>
              <a:buChar char="•"/>
            </a:pPr>
            <a:r>
              <a:rPr lang="en-US" dirty="0"/>
              <a:t>Book of Poetry</a:t>
            </a:r>
          </a:p>
          <a:p>
            <a:pPr marL="285750" indent="-285750">
              <a:buFont typeface="Arial"/>
              <a:buChar char="•"/>
            </a:pPr>
            <a:r>
              <a:rPr lang="en-US" dirty="0"/>
              <a:t>Spring and Autumn Annals</a:t>
            </a:r>
          </a:p>
          <a:p>
            <a:pPr marL="285750" indent="-285750">
              <a:buFont typeface="Arial"/>
              <a:buChar char="•"/>
            </a:pPr>
            <a:r>
              <a:rPr lang="en-US" dirty="0"/>
              <a:t>Book of Rites</a:t>
            </a:r>
          </a:p>
        </p:txBody>
      </p:sp>
    </p:spTree>
    <p:extLst>
      <p:ext uri="{BB962C8B-B14F-4D97-AF65-F5344CB8AC3E}">
        <p14:creationId xmlns:p14="http://schemas.microsoft.com/office/powerpoint/2010/main" val="30727260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511E8-F547-8094-C2E2-F468D2723040}"/>
              </a:ext>
            </a:extLst>
          </p:cNvPr>
          <p:cNvSpPr>
            <a:spLocks noGrp="1"/>
          </p:cNvSpPr>
          <p:nvPr>
            <p:ph type="title"/>
          </p:nvPr>
        </p:nvSpPr>
        <p:spPr/>
        <p:txBody>
          <a:bodyPr/>
          <a:lstStyle/>
          <a:p>
            <a:r>
              <a:rPr lang="en-US" dirty="0"/>
              <a:t>Sima Qian and the Records of the Grand Historian</a:t>
            </a:r>
          </a:p>
        </p:txBody>
      </p:sp>
      <p:sp>
        <p:nvSpPr>
          <p:cNvPr id="3" name="Content Placeholder 2">
            <a:extLst>
              <a:ext uri="{FF2B5EF4-FFF2-40B4-BE49-F238E27FC236}">
                <a16:creationId xmlns:a16="http://schemas.microsoft.com/office/drawing/2014/main" id="{FE270631-FF88-53AD-E37D-B4B7D2DB1A1E}"/>
              </a:ext>
            </a:extLst>
          </p:cNvPr>
          <p:cNvSpPr>
            <a:spLocks noGrp="1"/>
          </p:cNvSpPr>
          <p:nvPr>
            <p:ph idx="1"/>
          </p:nvPr>
        </p:nvSpPr>
        <p:spPr/>
        <p:txBody>
          <a:bodyPr vert="horz" lIns="91440" tIns="45720" rIns="91440" bIns="45720" rtlCol="0" anchor="t">
            <a:normAutofit/>
          </a:bodyPr>
          <a:lstStyle/>
          <a:p>
            <a:r>
              <a:rPr lang="en-US" dirty="0"/>
              <a:t>Sima Qian ( c. 145-86 BC), China's most renowned historian</a:t>
            </a:r>
          </a:p>
          <a:p>
            <a:pPr>
              <a:buClr>
                <a:srgbClr val="8AD0D6"/>
              </a:buClr>
            </a:pPr>
            <a:r>
              <a:rPr lang="en-US"/>
              <a:t>Background</a:t>
            </a:r>
            <a:r>
              <a:rPr lang="en-US" dirty="0"/>
              <a:t> </a:t>
            </a:r>
          </a:p>
          <a:p>
            <a:pPr lvl="1">
              <a:buClr>
                <a:srgbClr val="8AD0D6"/>
              </a:buClr>
              <a:buFont typeface="Courier New" charset="2"/>
              <a:buChar char="o"/>
            </a:pPr>
            <a:r>
              <a:rPr lang="en-US" dirty="0"/>
              <a:t>Born into a prominent family, father was Sima Tan – Grand Historian of Han Court</a:t>
            </a:r>
          </a:p>
          <a:p>
            <a:pPr lvl="1">
              <a:buClr>
                <a:srgbClr val="8AD0D6"/>
              </a:buClr>
              <a:buFont typeface="Courier New" charset="2"/>
              <a:buChar char="o"/>
            </a:pPr>
            <a:r>
              <a:rPr lang="en-US" dirty="0"/>
              <a:t>Promised to finish his </a:t>
            </a:r>
            <a:r>
              <a:rPr lang="en-US" err="1"/>
              <a:t>fathers</a:t>
            </a:r>
            <a:r>
              <a:rPr lang="en-US"/>
              <a:t> work to write complete history of China</a:t>
            </a:r>
            <a:endParaRPr lang="en-US" dirty="0"/>
          </a:p>
          <a:p>
            <a:pPr lvl="1">
              <a:buClr>
                <a:srgbClr val="8AD0D6"/>
              </a:buClr>
              <a:buFont typeface="Courier New" charset="2"/>
              <a:buChar char="o"/>
            </a:pPr>
            <a:r>
              <a:rPr lang="en-US" dirty="0"/>
              <a:t>Defended a disgraced general; sentenced to castration</a:t>
            </a:r>
          </a:p>
          <a:p>
            <a:pPr>
              <a:buClr>
                <a:srgbClr val="8AD0D6"/>
              </a:buClr>
            </a:pPr>
            <a:r>
              <a:rPr lang="en-US" dirty="0"/>
              <a:t>Records of the Grand Historian (Shiji), comprehensive history of China from mythological origins to Sima Qian's own day</a:t>
            </a:r>
          </a:p>
          <a:p>
            <a:pPr>
              <a:buClr>
                <a:srgbClr val="8AD0D6"/>
              </a:buClr>
            </a:pPr>
            <a:r>
              <a:rPr lang="en-US" dirty="0"/>
              <a:t>Notable for its structure</a:t>
            </a:r>
          </a:p>
          <a:p>
            <a:pPr>
              <a:buClr>
                <a:srgbClr val="8AD0D6"/>
              </a:buClr>
            </a:pPr>
            <a:r>
              <a:rPr lang="en-US" dirty="0"/>
              <a:t>Noted for truth-telling and objectivity</a:t>
            </a:r>
          </a:p>
          <a:p>
            <a:pPr>
              <a:buClr>
                <a:srgbClr val="8AD0D6"/>
              </a:buClr>
            </a:pPr>
            <a:endParaRPr lang="en-US" dirty="0"/>
          </a:p>
        </p:txBody>
      </p:sp>
    </p:spTree>
    <p:extLst>
      <p:ext uri="{BB962C8B-B14F-4D97-AF65-F5344CB8AC3E}">
        <p14:creationId xmlns:p14="http://schemas.microsoft.com/office/powerpoint/2010/main" val="2016651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t>Intellectual Movements</a:t>
            </a:r>
          </a:p>
        </p:txBody>
      </p:sp>
      <p:sp>
        <p:nvSpPr>
          <p:cNvPr id="19459" name="Rectangle 3"/>
          <p:cNvSpPr>
            <a:spLocks noGrp="1" noChangeArrowheads="1"/>
          </p:cNvSpPr>
          <p:nvPr>
            <p:ph idx="1"/>
          </p:nvPr>
        </p:nvSpPr>
        <p:spPr/>
        <p:txBody>
          <a:bodyPr vert="horz" lIns="91440" tIns="45720" rIns="91440" bIns="45720" rtlCol="0" anchor="t">
            <a:normAutofit/>
          </a:bodyPr>
          <a:lstStyle/>
          <a:p>
            <a:pPr eaLnBrk="1" hangingPunct="1"/>
            <a:r>
              <a:rPr lang="en-US" sz="3200" dirty="0"/>
              <a:t>Philosophy</a:t>
            </a:r>
          </a:p>
          <a:p>
            <a:pPr lvl="1" eaLnBrk="1" hangingPunct="1"/>
            <a:r>
              <a:rPr lang="en-US" sz="2800" dirty="0"/>
              <a:t>Classic of Changes (Yi </a:t>
            </a:r>
            <a:r>
              <a:rPr lang="en-US" sz="2800" err="1"/>
              <a:t>jing</a:t>
            </a:r>
            <a:r>
              <a:rPr lang="en-US" sz="2800" dirty="0"/>
              <a:t>)</a:t>
            </a:r>
          </a:p>
          <a:p>
            <a:pPr lvl="1" eaLnBrk="1" hangingPunct="1"/>
            <a:r>
              <a:rPr lang="en-US" sz="2800" dirty="0"/>
              <a:t>Yin/Yang</a:t>
            </a:r>
          </a:p>
          <a:p>
            <a:pPr lvl="1" eaLnBrk="1" hangingPunct="1"/>
            <a:r>
              <a:rPr lang="en-US" sz="2800" dirty="0"/>
              <a:t>Five Agents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Sima</a:t>
            </a:r>
            <a:r>
              <a:rPr lang="en-US" dirty="0"/>
              <a:t> Qian and the</a:t>
            </a:r>
            <a:br>
              <a:rPr lang="en-US" dirty="0"/>
            </a:br>
            <a:r>
              <a:rPr lang="en-US" i="1" dirty="0"/>
              <a:t>Records of the Grand Historian</a:t>
            </a:r>
          </a:p>
        </p:txBody>
      </p:sp>
      <p:sp>
        <p:nvSpPr>
          <p:cNvPr id="3" name="Content Placeholder 2"/>
          <p:cNvSpPr>
            <a:spLocks noGrp="1"/>
          </p:cNvSpPr>
          <p:nvPr>
            <p:ph idx="1"/>
          </p:nvPr>
        </p:nvSpPr>
        <p:spPr/>
        <p:txBody>
          <a:bodyPr>
            <a:normAutofit/>
          </a:bodyPr>
          <a:lstStyle/>
          <a:p>
            <a:r>
              <a:rPr lang="en-US" dirty="0"/>
              <a:t>Previous histories consisted primarily of court chronicles</a:t>
            </a:r>
          </a:p>
          <a:p>
            <a:pPr lvl="1"/>
            <a:r>
              <a:rPr lang="en-US" dirty="0"/>
              <a:t>History used to support and argument</a:t>
            </a:r>
          </a:p>
          <a:p>
            <a:r>
              <a:rPr lang="en-US" dirty="0" err="1"/>
              <a:t>Sima</a:t>
            </a:r>
            <a:r>
              <a:rPr lang="en-US" dirty="0"/>
              <a:t> Qian attempts to write a complete history of the past</a:t>
            </a:r>
          </a:p>
          <a:p>
            <a:pPr lvl="1"/>
            <a:r>
              <a:rPr lang="en-US" dirty="0"/>
              <a:t>Angered the Emperor and was castrated; refused to commit suicide so as to complete his project</a:t>
            </a:r>
          </a:p>
          <a:p>
            <a:r>
              <a:rPr lang="en-US" dirty="0"/>
              <a:t>Believed in writing </a:t>
            </a:r>
            <a:r>
              <a:rPr lang="en-US" dirty="0" err="1"/>
              <a:t>authenitic</a:t>
            </a:r>
            <a:r>
              <a:rPr lang="en-US" dirty="0"/>
              <a:t> history by examining records, visiting locations, and interviewing participants</a:t>
            </a:r>
          </a:p>
          <a:p>
            <a:r>
              <a:rPr lang="en-US" dirty="0"/>
              <a:t>History becomes known as Records of the Grand Historian</a:t>
            </a:r>
          </a:p>
        </p:txBody>
      </p:sp>
    </p:spTree>
    <p:extLst>
      <p:ext uri="{BB962C8B-B14F-4D97-AF65-F5344CB8AC3E}">
        <p14:creationId xmlns:p14="http://schemas.microsoft.com/office/powerpoint/2010/main" val="536912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967A95-7A3A-4340-BBE5-E293CD2F49F2}"/>
              </a:ext>
            </a:extLst>
          </p:cNvPr>
          <p:cNvSpPr>
            <a:spLocks noGrp="1"/>
          </p:cNvSpPr>
          <p:nvPr>
            <p:ph type="title"/>
          </p:nvPr>
        </p:nvSpPr>
        <p:spPr/>
        <p:txBody>
          <a:bodyPr/>
          <a:lstStyle/>
          <a:p>
            <a:r>
              <a:rPr lang="en-US" dirty="0"/>
              <a:t>I Qing</a:t>
            </a:r>
          </a:p>
        </p:txBody>
      </p:sp>
      <p:sp>
        <p:nvSpPr>
          <p:cNvPr id="5" name="Text Placeholder 4">
            <a:extLst>
              <a:ext uri="{FF2B5EF4-FFF2-40B4-BE49-F238E27FC236}">
                <a16:creationId xmlns:a16="http://schemas.microsoft.com/office/drawing/2014/main" id="{7058A83E-7525-4E8D-95D3-A01EBDBCC05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07235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 Qing</a:t>
            </a:r>
          </a:p>
        </p:txBody>
      </p:sp>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035381" y="1752601"/>
            <a:ext cx="4681645" cy="2365361"/>
          </a:xfrm>
        </p:spPr>
      </p:pic>
      <p:sp>
        <p:nvSpPr>
          <p:cNvPr id="5" name="TextBox 4">
            <a:extLst>
              <a:ext uri="{FF2B5EF4-FFF2-40B4-BE49-F238E27FC236}">
                <a16:creationId xmlns:a16="http://schemas.microsoft.com/office/drawing/2014/main" id="{3B2E0578-9450-497D-AE1B-E61CD3A56CF1}"/>
              </a:ext>
            </a:extLst>
          </p:cNvPr>
          <p:cNvSpPr txBox="1"/>
          <p:nvPr/>
        </p:nvSpPr>
        <p:spPr>
          <a:xfrm>
            <a:off x="2133600" y="4495801"/>
            <a:ext cx="4989194" cy="646331"/>
          </a:xfrm>
          <a:prstGeom prst="rect">
            <a:avLst/>
          </a:prstGeom>
          <a:noFill/>
        </p:spPr>
        <p:txBody>
          <a:bodyPr wrap="square">
            <a:spAutoFit/>
          </a:bodyPr>
          <a:lstStyle/>
          <a:p>
            <a:r>
              <a:rPr lang="en-US" dirty="0"/>
              <a:t>https://divination.com/how-to-consult-the-i-ching/</a:t>
            </a:r>
          </a:p>
        </p:txBody>
      </p:sp>
    </p:spTree>
    <p:extLst>
      <p:ext uri="{BB962C8B-B14F-4D97-AF65-F5344CB8AC3E}">
        <p14:creationId xmlns:p14="http://schemas.microsoft.com/office/powerpoint/2010/main" val="2303227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t>Changes in Political Economy</a:t>
            </a:r>
          </a:p>
        </p:txBody>
      </p:sp>
      <p:sp>
        <p:nvSpPr>
          <p:cNvPr id="20483" name="Rectangle 3"/>
          <p:cNvSpPr>
            <a:spLocks noGrp="1" noChangeArrowheads="1"/>
          </p:cNvSpPr>
          <p:nvPr>
            <p:ph idx="1"/>
          </p:nvPr>
        </p:nvSpPr>
        <p:spPr/>
        <p:txBody>
          <a:bodyPr/>
          <a:lstStyle/>
          <a:p>
            <a:pPr eaLnBrk="1" hangingPunct="1"/>
            <a:r>
              <a:rPr lang="en-US"/>
              <a:t>Increasing tenancy and peasant immiseration</a:t>
            </a:r>
          </a:p>
          <a:p>
            <a:pPr eaLnBrk="1" hangingPunct="1"/>
            <a:r>
              <a:rPr lang="en-US"/>
              <a:t>Increasing power of landlords</a:t>
            </a:r>
          </a:p>
          <a:p>
            <a:pPr eaLnBrk="1" hangingPunct="1"/>
            <a:endParaRPr lang="en-US"/>
          </a:p>
          <a:p>
            <a:pPr eaLnBrk="1" hangingPunct="1"/>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t>Later or Eastern Han</a:t>
            </a:r>
          </a:p>
        </p:txBody>
      </p:sp>
      <p:sp>
        <p:nvSpPr>
          <p:cNvPr id="22531" name="Rectangle 3"/>
          <p:cNvSpPr>
            <a:spLocks noGrp="1" noChangeArrowheads="1"/>
          </p:cNvSpPr>
          <p:nvPr>
            <p:ph idx="1"/>
          </p:nvPr>
        </p:nvSpPr>
        <p:spPr/>
        <p:txBody>
          <a:bodyPr/>
          <a:lstStyle/>
          <a:p>
            <a:pPr eaLnBrk="1" hangingPunct="1"/>
            <a:r>
              <a:rPr lang="en-US"/>
              <a:t>Liu Xiu overthrows Wang Mang; moves capital to Luoyang in the the East.</a:t>
            </a:r>
          </a:p>
          <a:p>
            <a:pPr eaLnBrk="1" hangingPunct="1"/>
            <a:r>
              <a:rPr lang="en-US"/>
              <a:t>More than half population now tenant farmers, large manors dominate China’s economic scene</a:t>
            </a:r>
          </a:p>
          <a:p>
            <a:pPr eaLnBrk="1" hangingPunct="1"/>
            <a:r>
              <a:rPr lang="en-US"/>
              <a:t>The Manor System</a:t>
            </a:r>
          </a:p>
          <a:p>
            <a:pPr lvl="1" eaLnBrk="1" hangingPunct="1"/>
            <a:r>
              <a:rPr lang="en-US"/>
              <a:t>Lord/vassal and tenants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t>The Fall of the Han</a:t>
            </a:r>
          </a:p>
        </p:txBody>
      </p:sp>
      <p:sp>
        <p:nvSpPr>
          <p:cNvPr id="23555" name="Rectangle 3"/>
          <p:cNvSpPr>
            <a:spLocks noGrp="1" noChangeArrowheads="1"/>
          </p:cNvSpPr>
          <p:nvPr>
            <p:ph idx="1"/>
          </p:nvPr>
        </p:nvSpPr>
        <p:spPr/>
        <p:txBody>
          <a:bodyPr/>
          <a:lstStyle/>
          <a:p>
            <a:pPr eaLnBrk="1" hangingPunct="1"/>
            <a:r>
              <a:rPr lang="en-US"/>
              <a:t>Dynastic Cycle and Decline</a:t>
            </a:r>
          </a:p>
          <a:p>
            <a:pPr eaLnBrk="1" hangingPunct="1"/>
            <a:r>
              <a:rPr lang="en-US"/>
              <a:t>Peasant immiseration spiral</a:t>
            </a:r>
          </a:p>
          <a:p>
            <a:pPr lvl="1" eaLnBrk="1" hangingPunct="1"/>
            <a:r>
              <a:rPr lang="en-US"/>
              <a:t>Peasant debt forces peasants to sell land</a:t>
            </a:r>
          </a:p>
          <a:p>
            <a:pPr lvl="1" eaLnBrk="1" hangingPunct="1"/>
            <a:r>
              <a:rPr lang="en-US"/>
              <a:t>Increasingly heavy taxation on dwindling number of peasants</a:t>
            </a:r>
          </a:p>
          <a:p>
            <a:pPr lvl="1" eaLnBrk="1" hangingPunct="1"/>
            <a:r>
              <a:rPr lang="en-US"/>
              <a:t>Abscond from land; join bandit gangs or open revolt</a:t>
            </a:r>
          </a:p>
          <a:p>
            <a:pPr lvl="1" eaLnBrk="1" hangingPunct="1"/>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t>Major Threats to Han</a:t>
            </a:r>
          </a:p>
        </p:txBody>
      </p:sp>
      <p:sp>
        <p:nvSpPr>
          <p:cNvPr id="24579" name="Rectangle 3"/>
          <p:cNvSpPr>
            <a:spLocks noGrp="1" noChangeArrowheads="1"/>
          </p:cNvSpPr>
          <p:nvPr>
            <p:ph idx="1"/>
          </p:nvPr>
        </p:nvSpPr>
        <p:spPr/>
        <p:txBody>
          <a:bodyPr/>
          <a:lstStyle/>
          <a:p>
            <a:pPr eaLnBrk="1" hangingPunct="1">
              <a:lnSpc>
                <a:spcPct val="90000"/>
              </a:lnSpc>
            </a:pPr>
            <a:r>
              <a:rPr lang="en-US"/>
              <a:t>Taoist Rebellion</a:t>
            </a:r>
          </a:p>
          <a:p>
            <a:pPr lvl="1" eaLnBrk="1" hangingPunct="1">
              <a:lnSpc>
                <a:spcPct val="90000"/>
              </a:lnSpc>
            </a:pPr>
            <a:r>
              <a:rPr lang="en-US"/>
              <a:t>Yellow Turbans</a:t>
            </a:r>
          </a:p>
          <a:p>
            <a:pPr lvl="1" eaLnBrk="1" hangingPunct="1">
              <a:lnSpc>
                <a:spcPct val="90000"/>
              </a:lnSpc>
            </a:pPr>
            <a:r>
              <a:rPr lang="en-US"/>
              <a:t>Celestial Masters/Five Pecks of Grain</a:t>
            </a:r>
          </a:p>
          <a:p>
            <a:pPr eaLnBrk="1" hangingPunct="1">
              <a:lnSpc>
                <a:spcPct val="90000"/>
              </a:lnSpc>
            </a:pPr>
            <a:r>
              <a:rPr lang="en-US"/>
              <a:t>Eunuchs seized control of the court</a:t>
            </a:r>
          </a:p>
          <a:p>
            <a:pPr lvl="1" eaLnBrk="1" hangingPunct="1">
              <a:lnSpc>
                <a:spcPct val="90000"/>
              </a:lnSpc>
            </a:pPr>
            <a:r>
              <a:rPr lang="en-US"/>
              <a:t>Proscription / Purges – execution of powerful courtiers and banning others from holding office</a:t>
            </a:r>
          </a:p>
          <a:p>
            <a:pPr eaLnBrk="1" hangingPunct="1">
              <a:lnSpc>
                <a:spcPct val="90000"/>
              </a:lnSpc>
            </a:pPr>
            <a:r>
              <a:rPr lang="en-US"/>
              <a:t>Powerful Warlords</a:t>
            </a:r>
          </a:p>
          <a:p>
            <a:pPr eaLnBrk="1" hangingPunct="1">
              <a:lnSpc>
                <a:spcPct val="90000"/>
              </a:lnSpc>
            </a:pPr>
            <a:endParaRPr lang="en-US"/>
          </a:p>
          <a:p>
            <a:pPr eaLnBrk="1" hangingPunct="1">
              <a:lnSpc>
                <a:spcPct val="90000"/>
              </a:lnSpc>
            </a:pPr>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3809</TotalTime>
  <Words>1359</Words>
  <Application>Microsoft Office PowerPoint</Application>
  <PresentationFormat>Widescreen</PresentationFormat>
  <Paragraphs>143</Paragraphs>
  <Slides>21</Slides>
  <Notes>8</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Ion</vt:lpstr>
      <vt:lpstr>The Founding of the Bureaucratic Empire</vt:lpstr>
      <vt:lpstr>PowerPoint Presentation</vt:lpstr>
      <vt:lpstr>Fall of the Qin</vt:lpstr>
      <vt:lpstr>II. The Han</vt:lpstr>
      <vt:lpstr>The Formative Years</vt:lpstr>
      <vt:lpstr>Threats to Dynastic Longevity</vt:lpstr>
      <vt:lpstr>Wang Mang (r. 9 bc – 23 ad) usurps throne proclaims the Xin Dynasty</vt:lpstr>
      <vt:lpstr>PowerPoint Presentation</vt:lpstr>
      <vt:lpstr>Eunuchs of the Han Dynasty</vt:lpstr>
      <vt:lpstr>Borderlands</vt:lpstr>
      <vt:lpstr>Official Support for Confucianism</vt:lpstr>
      <vt:lpstr>Han Confucianism</vt:lpstr>
      <vt:lpstr>Sima Qian and the Records of the Grand Historian</vt:lpstr>
      <vt:lpstr>Intellectual Movements</vt:lpstr>
      <vt:lpstr>Sima Qian and the Records of the Grand Historian</vt:lpstr>
      <vt:lpstr>I Qing</vt:lpstr>
      <vt:lpstr>I Qing</vt:lpstr>
      <vt:lpstr>Changes in Political Economy</vt:lpstr>
      <vt:lpstr>Later or Eastern Han</vt:lpstr>
      <vt:lpstr>The Fall of the Han</vt:lpstr>
      <vt:lpstr>Major Threats to Han</vt:lpstr>
    </vt:vector>
  </TitlesOfParts>
  <Company>Richland Community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saustin</dc:creator>
  <cp:lastModifiedBy>Steve Austin</cp:lastModifiedBy>
  <cp:revision>155</cp:revision>
  <dcterms:created xsi:type="dcterms:W3CDTF">2003-08-29T15:42:46Z</dcterms:created>
  <dcterms:modified xsi:type="dcterms:W3CDTF">2024-09-19T17:54:22Z</dcterms:modified>
</cp:coreProperties>
</file>