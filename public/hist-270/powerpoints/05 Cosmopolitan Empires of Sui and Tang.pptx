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79"/>
  </p:notesMasterIdLst>
  <p:handoutMasterIdLst>
    <p:handoutMasterId r:id="rId80"/>
  </p:handoutMasterIdLst>
  <p:sldIdLst>
    <p:sldId id="256" r:id="rId2"/>
    <p:sldId id="299" r:id="rId3"/>
    <p:sldId id="259" r:id="rId4"/>
    <p:sldId id="300" r:id="rId5"/>
    <p:sldId id="320" r:id="rId6"/>
    <p:sldId id="316" r:id="rId7"/>
    <p:sldId id="273" r:id="rId8"/>
    <p:sldId id="317" r:id="rId9"/>
    <p:sldId id="261" r:id="rId10"/>
    <p:sldId id="262" r:id="rId11"/>
    <p:sldId id="274" r:id="rId12"/>
    <p:sldId id="301" r:id="rId13"/>
    <p:sldId id="270" r:id="rId14"/>
    <p:sldId id="275" r:id="rId15"/>
    <p:sldId id="265" r:id="rId16"/>
    <p:sldId id="271" r:id="rId17"/>
    <p:sldId id="302" r:id="rId18"/>
    <p:sldId id="326" r:id="rId19"/>
    <p:sldId id="321" r:id="rId20"/>
    <p:sldId id="322" r:id="rId21"/>
    <p:sldId id="323" r:id="rId22"/>
    <p:sldId id="324" r:id="rId23"/>
    <p:sldId id="325" r:id="rId24"/>
    <p:sldId id="319" r:id="rId25"/>
    <p:sldId id="267" r:id="rId26"/>
    <p:sldId id="283" r:id="rId27"/>
    <p:sldId id="284" r:id="rId28"/>
    <p:sldId id="304" r:id="rId29"/>
    <p:sldId id="285" r:id="rId30"/>
    <p:sldId id="287" r:id="rId31"/>
    <p:sldId id="286" r:id="rId32"/>
    <p:sldId id="288" r:id="rId33"/>
    <p:sldId id="328" r:id="rId34"/>
    <p:sldId id="329" r:id="rId35"/>
    <p:sldId id="330" r:id="rId36"/>
    <p:sldId id="291" r:id="rId37"/>
    <p:sldId id="290" r:id="rId38"/>
    <p:sldId id="327" r:id="rId39"/>
    <p:sldId id="305" r:id="rId40"/>
    <p:sldId id="306" r:id="rId41"/>
    <p:sldId id="315" r:id="rId42"/>
    <p:sldId id="307" r:id="rId43"/>
    <p:sldId id="318" r:id="rId44"/>
    <p:sldId id="272" r:id="rId45"/>
    <p:sldId id="276" r:id="rId46"/>
    <p:sldId id="279" r:id="rId47"/>
    <p:sldId id="280" r:id="rId48"/>
    <p:sldId id="332" r:id="rId49"/>
    <p:sldId id="278" r:id="rId50"/>
    <p:sldId id="331" r:id="rId51"/>
    <p:sldId id="333" r:id="rId52"/>
    <p:sldId id="334" r:id="rId53"/>
    <p:sldId id="335" r:id="rId54"/>
    <p:sldId id="336" r:id="rId55"/>
    <p:sldId id="337" r:id="rId56"/>
    <p:sldId id="308" r:id="rId57"/>
    <p:sldId id="338" r:id="rId58"/>
    <p:sldId id="339" r:id="rId59"/>
    <p:sldId id="340" r:id="rId60"/>
    <p:sldId id="311" r:id="rId61"/>
    <p:sldId id="257" r:id="rId62"/>
    <p:sldId id="258" r:id="rId63"/>
    <p:sldId id="343" r:id="rId64"/>
    <p:sldId id="260" r:id="rId65"/>
    <p:sldId id="344" r:id="rId66"/>
    <p:sldId id="345" r:id="rId67"/>
    <p:sldId id="263" r:id="rId68"/>
    <p:sldId id="264" r:id="rId69"/>
    <p:sldId id="346" r:id="rId70"/>
    <p:sldId id="266" r:id="rId71"/>
    <p:sldId id="347" r:id="rId72"/>
    <p:sldId id="312" r:id="rId73"/>
    <p:sldId id="349" r:id="rId74"/>
    <p:sldId id="350" r:id="rId75"/>
    <p:sldId id="351" r:id="rId76"/>
    <p:sldId id="352" r:id="rId77"/>
    <p:sldId id="353" r:id="rId78"/>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93" autoAdjust="0"/>
    <p:restoredTop sz="57778" autoAdjust="0"/>
  </p:normalViewPr>
  <p:slideViewPr>
    <p:cSldViewPr>
      <p:cViewPr varScale="1">
        <p:scale>
          <a:sx n="66" d="100"/>
          <a:sy n="66" d="100"/>
        </p:scale>
        <p:origin x="1956" y="6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92"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Austin" userId="9a24253a5e4fde46" providerId="Windows Live" clId="Web-{48B4ED77-86D9-4C39-96ED-A80739B1FBAF}"/>
    <pc:docChg chg="modSld">
      <pc:chgData name="Steve Austin" userId="9a24253a5e4fde46" providerId="Windows Live" clId="Web-{48B4ED77-86D9-4C39-96ED-A80739B1FBAF}" dt="2024-10-08T16:39:08.318" v="3" actId="20577"/>
      <pc:docMkLst>
        <pc:docMk/>
      </pc:docMkLst>
      <pc:sldChg chg="modSp">
        <pc:chgData name="Steve Austin" userId="9a24253a5e4fde46" providerId="Windows Live" clId="Web-{48B4ED77-86D9-4C39-96ED-A80739B1FBAF}" dt="2024-10-08T16:38:38.863" v="1" actId="20577"/>
        <pc:sldMkLst>
          <pc:docMk/>
          <pc:sldMk cId="0" sldId="276"/>
        </pc:sldMkLst>
        <pc:spChg chg="mod">
          <ac:chgData name="Steve Austin" userId="9a24253a5e4fde46" providerId="Windows Live" clId="Web-{48B4ED77-86D9-4C39-96ED-A80739B1FBAF}" dt="2024-10-08T16:38:38.863" v="1" actId="20577"/>
          <ac:spMkLst>
            <pc:docMk/>
            <pc:sldMk cId="0" sldId="276"/>
            <ac:spMk id="13315" creationId="{00000000-0000-0000-0000-000000000000}"/>
          </ac:spMkLst>
        </pc:spChg>
      </pc:sldChg>
      <pc:sldChg chg="modSp">
        <pc:chgData name="Steve Austin" userId="9a24253a5e4fde46" providerId="Windows Live" clId="Web-{48B4ED77-86D9-4C39-96ED-A80739B1FBAF}" dt="2024-10-08T16:39:08.318" v="3" actId="20577"/>
        <pc:sldMkLst>
          <pc:docMk/>
          <pc:sldMk cId="0" sldId="280"/>
        </pc:sldMkLst>
        <pc:spChg chg="mod">
          <ac:chgData name="Steve Austin" userId="9a24253a5e4fde46" providerId="Windows Live" clId="Web-{48B4ED77-86D9-4C39-96ED-A80739B1FBAF}" dt="2024-10-08T16:39:08.318" v="3" actId="20577"/>
          <ac:spMkLst>
            <pc:docMk/>
            <pc:sldMk cId="0" sldId="280"/>
            <ac:spMk id="3" creationId="{00000000-0000-0000-0000-000000000000}"/>
          </ac:spMkLst>
        </pc:spChg>
      </pc:sldChg>
    </pc:docChg>
  </pc:docChgLst>
  <pc:docChgLst>
    <pc:chgData userId="9a24253a5e4fde46" providerId="LiveId" clId="{D2CED0C1-E6F8-48A4-919F-6C15087D2375}"/>
    <pc:docChg chg="undo custSel addSld delSld modSld modMainMaster">
      <pc:chgData name="" userId="9a24253a5e4fde46" providerId="LiveId" clId="{D2CED0C1-E6F8-48A4-919F-6C15087D2375}" dt="2024-10-10T17:40:25.998" v="1144" actId="2696"/>
      <pc:docMkLst>
        <pc:docMk/>
      </pc:docMkLst>
      <pc:sldChg chg="modSp add modTransition">
        <pc:chgData name="" userId="9a24253a5e4fde46" providerId="LiveId" clId="{D2CED0C1-E6F8-48A4-919F-6C15087D2375}" dt="2024-10-10T17:32:32.785" v="1108" actId="6549"/>
        <pc:sldMkLst>
          <pc:docMk/>
          <pc:sldMk cId="0" sldId="257"/>
        </pc:sldMkLst>
        <pc:spChg chg="mod">
          <ac:chgData name="" userId="9a24253a5e4fde46" providerId="LiveId" clId="{D2CED0C1-E6F8-48A4-919F-6C15087D2375}" dt="2024-10-10T17:32:32.785" v="1108" actId="6549"/>
          <ac:spMkLst>
            <pc:docMk/>
            <pc:sldMk cId="0" sldId="257"/>
            <ac:spMk id="3" creationId="{00000000-0000-0000-0000-000000000000}"/>
          </ac:spMkLst>
        </pc:spChg>
      </pc:sldChg>
      <pc:sldChg chg="modSp add modTransition">
        <pc:chgData name="" userId="9a24253a5e4fde46" providerId="LiveId" clId="{D2CED0C1-E6F8-48A4-919F-6C15087D2375}" dt="2024-10-10T17:33:00.327" v="1109" actId="6549"/>
        <pc:sldMkLst>
          <pc:docMk/>
          <pc:sldMk cId="0" sldId="258"/>
        </pc:sldMkLst>
        <pc:spChg chg="mod">
          <ac:chgData name="" userId="9a24253a5e4fde46" providerId="LiveId" clId="{D2CED0C1-E6F8-48A4-919F-6C15087D2375}" dt="2024-10-10T17:33:00.327" v="1109" actId="6549"/>
          <ac:spMkLst>
            <pc:docMk/>
            <pc:sldMk cId="0" sldId="258"/>
            <ac:spMk id="3" creationId="{00000000-0000-0000-0000-000000000000}"/>
          </ac:spMkLst>
        </pc:spChg>
      </pc:sldChg>
      <pc:sldChg chg="modSp">
        <pc:chgData name="" userId="9a24253a5e4fde46" providerId="LiveId" clId="{D2CED0C1-E6F8-48A4-919F-6C15087D2375}" dt="2024-10-01T17:10:03.277" v="12" actId="14100"/>
        <pc:sldMkLst>
          <pc:docMk/>
          <pc:sldMk cId="0" sldId="259"/>
        </pc:sldMkLst>
        <pc:spChg chg="mod">
          <ac:chgData name="" userId="9a24253a5e4fde46" providerId="LiveId" clId="{D2CED0C1-E6F8-48A4-919F-6C15087D2375}" dt="2024-10-01T17:10:03.277" v="12" actId="14100"/>
          <ac:spMkLst>
            <pc:docMk/>
            <pc:sldMk cId="0" sldId="259"/>
            <ac:spMk id="5123" creationId="{00000000-0000-0000-0000-000000000000}"/>
          </ac:spMkLst>
        </pc:spChg>
      </pc:sldChg>
      <pc:sldChg chg="modSp add modTransition">
        <pc:chgData name="" userId="9a24253a5e4fde46" providerId="LiveId" clId="{D2CED0C1-E6F8-48A4-919F-6C15087D2375}" dt="2024-10-10T17:19:52.199" v="1029" actId="403"/>
        <pc:sldMkLst>
          <pc:docMk/>
          <pc:sldMk cId="0" sldId="260"/>
        </pc:sldMkLst>
        <pc:spChg chg="mod">
          <ac:chgData name="" userId="9a24253a5e4fde46" providerId="LiveId" clId="{D2CED0C1-E6F8-48A4-919F-6C15087D2375}" dt="2024-10-10T17:19:52.199" v="1029" actId="403"/>
          <ac:spMkLst>
            <pc:docMk/>
            <pc:sldMk cId="0" sldId="260"/>
            <ac:spMk id="3" creationId="{00000000-0000-0000-0000-000000000000}"/>
          </ac:spMkLst>
        </pc:spChg>
      </pc:sldChg>
      <pc:sldChg chg="modSp">
        <pc:chgData name="" userId="9a24253a5e4fde46" providerId="LiveId" clId="{D2CED0C1-E6F8-48A4-919F-6C15087D2375}" dt="2024-10-01T17:10:57.822" v="33" actId="403"/>
        <pc:sldMkLst>
          <pc:docMk/>
          <pc:sldMk cId="0" sldId="261"/>
        </pc:sldMkLst>
        <pc:spChg chg="mod">
          <ac:chgData name="" userId="9a24253a5e4fde46" providerId="LiveId" clId="{D2CED0C1-E6F8-48A4-919F-6C15087D2375}" dt="2024-10-01T17:10:57.822" v="33" actId="403"/>
          <ac:spMkLst>
            <pc:docMk/>
            <pc:sldMk cId="0" sldId="261"/>
            <ac:spMk id="8195" creationId="{00000000-0000-0000-0000-000000000000}"/>
          </ac:spMkLst>
        </pc:spChg>
      </pc:sldChg>
      <pc:sldChg chg="modSp">
        <pc:chgData name="" userId="9a24253a5e4fde46" providerId="LiveId" clId="{D2CED0C1-E6F8-48A4-919F-6C15087D2375}" dt="2024-10-01T17:11:05.589" v="34" actId="1076"/>
        <pc:sldMkLst>
          <pc:docMk/>
          <pc:sldMk cId="0" sldId="262"/>
        </pc:sldMkLst>
        <pc:spChg chg="mod">
          <ac:chgData name="" userId="9a24253a5e4fde46" providerId="LiveId" clId="{D2CED0C1-E6F8-48A4-919F-6C15087D2375}" dt="2024-10-01T17:11:05.589" v="34" actId="1076"/>
          <ac:spMkLst>
            <pc:docMk/>
            <pc:sldMk cId="0" sldId="262"/>
            <ac:spMk id="6" creationId="{00000000-0000-0000-0000-000000000000}"/>
          </ac:spMkLst>
        </pc:spChg>
        <pc:picChg chg="mod">
          <ac:chgData name="" userId="9a24253a5e4fde46" providerId="LiveId" clId="{D2CED0C1-E6F8-48A4-919F-6C15087D2375}" dt="2024-10-01T17:09:14.974" v="0"/>
          <ac:picMkLst>
            <pc:docMk/>
            <pc:sldMk cId="0" sldId="262"/>
            <ac:picMk id="2" creationId="{00000000-0000-0000-0000-000000000000}"/>
          </ac:picMkLst>
        </pc:picChg>
      </pc:sldChg>
      <pc:sldChg chg="modSp add modTransition modNotesTx">
        <pc:chgData name="" userId="9a24253a5e4fde46" providerId="LiveId" clId="{D2CED0C1-E6F8-48A4-919F-6C15087D2375}" dt="2024-10-10T17:37:10.193" v="1143" actId="20577"/>
        <pc:sldMkLst>
          <pc:docMk/>
          <pc:sldMk cId="0" sldId="263"/>
        </pc:sldMkLst>
        <pc:spChg chg="mod">
          <ac:chgData name="" userId="9a24253a5e4fde46" providerId="LiveId" clId="{D2CED0C1-E6F8-48A4-919F-6C15087D2375}" dt="2024-10-10T17:20:43.210" v="1048" actId="403"/>
          <ac:spMkLst>
            <pc:docMk/>
            <pc:sldMk cId="0" sldId="263"/>
            <ac:spMk id="3" creationId="{00000000-0000-0000-0000-000000000000}"/>
          </ac:spMkLst>
        </pc:spChg>
      </pc:sldChg>
      <pc:sldChg chg="modSp add modTransition">
        <pc:chgData name="" userId="9a24253a5e4fde46" providerId="LiveId" clId="{D2CED0C1-E6F8-48A4-919F-6C15087D2375}" dt="2024-10-10T17:21:06.064" v="1057" actId="403"/>
        <pc:sldMkLst>
          <pc:docMk/>
          <pc:sldMk cId="0" sldId="264"/>
        </pc:sldMkLst>
        <pc:spChg chg="mod">
          <ac:chgData name="" userId="9a24253a5e4fde46" providerId="LiveId" clId="{D2CED0C1-E6F8-48A4-919F-6C15087D2375}" dt="2024-10-10T17:17:41.985" v="982" actId="27636"/>
          <ac:spMkLst>
            <pc:docMk/>
            <pc:sldMk cId="0" sldId="264"/>
            <ac:spMk id="2" creationId="{00000000-0000-0000-0000-000000000000}"/>
          </ac:spMkLst>
        </pc:spChg>
        <pc:spChg chg="mod">
          <ac:chgData name="" userId="9a24253a5e4fde46" providerId="LiveId" clId="{D2CED0C1-E6F8-48A4-919F-6C15087D2375}" dt="2024-10-10T17:21:06.064" v="1057" actId="403"/>
          <ac:spMkLst>
            <pc:docMk/>
            <pc:sldMk cId="0" sldId="264"/>
            <ac:spMk id="3" creationId="{00000000-0000-0000-0000-000000000000}"/>
          </ac:spMkLst>
        </pc:spChg>
      </pc:sldChg>
      <pc:sldChg chg="modSp">
        <pc:chgData name="" userId="9a24253a5e4fde46" providerId="LiveId" clId="{D2CED0C1-E6F8-48A4-919F-6C15087D2375}" dt="2024-10-01T17:09:14.974" v="0"/>
        <pc:sldMkLst>
          <pc:docMk/>
          <pc:sldMk cId="0" sldId="265"/>
        </pc:sldMkLst>
        <pc:graphicFrameChg chg="mod">
          <ac:chgData name="" userId="9a24253a5e4fde46" providerId="LiveId" clId="{D2CED0C1-E6F8-48A4-919F-6C15087D2375}" dt="2024-10-01T17:09:14.974" v="0"/>
          <ac:graphicFrameMkLst>
            <pc:docMk/>
            <pc:sldMk cId="0" sldId="265"/>
            <ac:graphicFrameMk id="1026" creationId="{00000000-0000-0000-0000-000000000000}"/>
          </ac:graphicFrameMkLst>
        </pc:graphicFrameChg>
      </pc:sldChg>
      <pc:sldChg chg="modSp add modTransition">
        <pc:chgData name="" userId="9a24253a5e4fde46" providerId="LiveId" clId="{D2CED0C1-E6F8-48A4-919F-6C15087D2375}" dt="2024-10-10T17:21:35.649" v="1070" actId="403"/>
        <pc:sldMkLst>
          <pc:docMk/>
          <pc:sldMk cId="0" sldId="266"/>
        </pc:sldMkLst>
        <pc:spChg chg="mod">
          <ac:chgData name="" userId="9a24253a5e4fde46" providerId="LiveId" clId="{D2CED0C1-E6F8-48A4-919F-6C15087D2375}" dt="2024-10-10T17:17:41.991" v="983" actId="27636"/>
          <ac:spMkLst>
            <pc:docMk/>
            <pc:sldMk cId="0" sldId="266"/>
            <ac:spMk id="2" creationId="{00000000-0000-0000-0000-000000000000}"/>
          </ac:spMkLst>
        </pc:spChg>
        <pc:spChg chg="mod">
          <ac:chgData name="" userId="9a24253a5e4fde46" providerId="LiveId" clId="{D2CED0C1-E6F8-48A4-919F-6C15087D2375}" dt="2024-10-10T17:21:35.649" v="1070" actId="403"/>
          <ac:spMkLst>
            <pc:docMk/>
            <pc:sldMk cId="0" sldId="266"/>
            <ac:spMk id="3" creationId="{00000000-0000-0000-0000-000000000000}"/>
          </ac:spMkLst>
        </pc:spChg>
      </pc:sldChg>
      <pc:sldChg chg="modSp">
        <pc:chgData name="" userId="9a24253a5e4fde46" providerId="LiveId" clId="{D2CED0C1-E6F8-48A4-919F-6C15087D2375}" dt="2024-10-01T17:12:19.703" v="54" actId="403"/>
        <pc:sldMkLst>
          <pc:docMk/>
          <pc:sldMk cId="0" sldId="267"/>
        </pc:sldMkLst>
        <pc:spChg chg="mod">
          <ac:chgData name="" userId="9a24253a5e4fde46" providerId="LiveId" clId="{D2CED0C1-E6F8-48A4-919F-6C15087D2375}" dt="2024-10-01T17:12:19.703" v="54" actId="403"/>
          <ac:spMkLst>
            <pc:docMk/>
            <pc:sldMk cId="0" sldId="267"/>
            <ac:spMk id="17411" creationId="{00000000-0000-0000-0000-000000000000}"/>
          </ac:spMkLst>
        </pc:spChg>
      </pc:sldChg>
      <pc:sldChg chg="modSp add del modTransition">
        <pc:chgData name="" userId="9a24253a5e4fde46" providerId="LiveId" clId="{D2CED0C1-E6F8-48A4-919F-6C15087D2375}" dt="2024-10-10T17:40:25.998" v="1144" actId="2696"/>
        <pc:sldMkLst>
          <pc:docMk/>
          <pc:sldMk cId="0" sldId="268"/>
        </pc:sldMkLst>
        <pc:spChg chg="mod">
          <ac:chgData name="" userId="9a24253a5e4fde46" providerId="LiveId" clId="{D2CED0C1-E6F8-48A4-919F-6C15087D2375}" dt="2024-10-10T17:21:56.699" v="1077" actId="27636"/>
          <ac:spMkLst>
            <pc:docMk/>
            <pc:sldMk cId="0" sldId="268"/>
            <ac:spMk id="3" creationId="{00000000-0000-0000-0000-000000000000}"/>
          </ac:spMkLst>
        </pc:spChg>
      </pc:sldChg>
      <pc:sldChg chg="modSp">
        <pc:chgData name="" userId="9a24253a5e4fde46" providerId="LiveId" clId="{D2CED0C1-E6F8-48A4-919F-6C15087D2375}" dt="2024-10-01T17:11:26.138" v="44" actId="27636"/>
        <pc:sldMkLst>
          <pc:docMk/>
          <pc:sldMk cId="0" sldId="270"/>
        </pc:sldMkLst>
        <pc:spChg chg="mod">
          <ac:chgData name="" userId="9a24253a5e4fde46" providerId="LiveId" clId="{D2CED0C1-E6F8-48A4-919F-6C15087D2375}" dt="2024-10-01T17:11:26.138" v="44" actId="27636"/>
          <ac:spMkLst>
            <pc:docMk/>
            <pc:sldMk cId="0" sldId="270"/>
            <ac:spMk id="11267" creationId="{00000000-0000-0000-0000-000000000000}"/>
          </ac:spMkLst>
        </pc:spChg>
      </pc:sldChg>
      <pc:sldChg chg="modSp">
        <pc:chgData name="" userId="9a24253a5e4fde46" providerId="LiveId" clId="{D2CED0C1-E6F8-48A4-919F-6C15087D2375}" dt="2024-10-01T17:11:44.884" v="52" actId="403"/>
        <pc:sldMkLst>
          <pc:docMk/>
          <pc:sldMk cId="0" sldId="271"/>
        </pc:sldMkLst>
        <pc:spChg chg="mod">
          <ac:chgData name="" userId="9a24253a5e4fde46" providerId="LiveId" clId="{D2CED0C1-E6F8-48A4-919F-6C15087D2375}" dt="2024-10-01T17:11:44.884" v="52" actId="403"/>
          <ac:spMkLst>
            <pc:docMk/>
            <pc:sldMk cId="0" sldId="271"/>
            <ac:spMk id="12291" creationId="{00000000-0000-0000-0000-000000000000}"/>
          </ac:spMkLst>
        </pc:spChg>
      </pc:sldChg>
      <pc:sldChg chg="modSp modAnim modNotesTx">
        <pc:chgData name="" userId="9a24253a5e4fde46" providerId="LiveId" clId="{D2CED0C1-E6F8-48A4-919F-6C15087D2375}" dt="2024-10-08T17:32:46.667" v="363" actId="20577"/>
        <pc:sldMkLst>
          <pc:docMk/>
          <pc:sldMk cId="0" sldId="272"/>
        </pc:sldMkLst>
        <pc:spChg chg="mod">
          <ac:chgData name="" userId="9a24253a5e4fde46" providerId="LiveId" clId="{D2CED0C1-E6F8-48A4-919F-6C15087D2375}" dt="2024-10-08T17:32:46.667" v="363" actId="20577"/>
          <ac:spMkLst>
            <pc:docMk/>
            <pc:sldMk cId="0" sldId="272"/>
            <ac:spMk id="13315" creationId="{00000000-0000-0000-0000-000000000000}"/>
          </ac:spMkLst>
        </pc:spChg>
        <pc:picChg chg="mod">
          <ac:chgData name="" userId="9a24253a5e4fde46" providerId="LiveId" clId="{D2CED0C1-E6F8-48A4-919F-6C15087D2375}" dt="2024-10-08T17:21:11.410" v="126" actId="1076"/>
          <ac:picMkLst>
            <pc:docMk/>
            <pc:sldMk cId="0" sldId="272"/>
            <ac:picMk id="3" creationId="{00000000-0000-0000-0000-000000000000}"/>
          </ac:picMkLst>
        </pc:picChg>
      </pc:sldChg>
      <pc:sldChg chg="modSp">
        <pc:chgData name="" userId="9a24253a5e4fde46" providerId="LiveId" clId="{D2CED0C1-E6F8-48A4-919F-6C15087D2375}" dt="2024-10-01T17:10:43.598" v="26" actId="403"/>
        <pc:sldMkLst>
          <pc:docMk/>
          <pc:sldMk cId="0" sldId="273"/>
        </pc:sldMkLst>
        <pc:spChg chg="mod">
          <ac:chgData name="" userId="9a24253a5e4fde46" providerId="LiveId" clId="{D2CED0C1-E6F8-48A4-919F-6C15087D2375}" dt="2024-10-01T17:10:43.598" v="26" actId="403"/>
          <ac:spMkLst>
            <pc:docMk/>
            <pc:sldMk cId="0" sldId="273"/>
            <ac:spMk id="7171" creationId="{00000000-0000-0000-0000-000000000000}"/>
          </ac:spMkLst>
        </pc:spChg>
      </pc:sldChg>
      <pc:sldChg chg="modSp">
        <pc:chgData name="" userId="9a24253a5e4fde46" providerId="LiveId" clId="{D2CED0C1-E6F8-48A4-919F-6C15087D2375}" dt="2024-10-01T17:11:12.912" v="38" actId="27636"/>
        <pc:sldMkLst>
          <pc:docMk/>
          <pc:sldMk cId="0" sldId="274"/>
        </pc:sldMkLst>
        <pc:spChg chg="mod">
          <ac:chgData name="" userId="9a24253a5e4fde46" providerId="LiveId" clId="{D2CED0C1-E6F8-48A4-919F-6C15087D2375}" dt="2024-10-01T17:11:12.912" v="38" actId="27636"/>
          <ac:spMkLst>
            <pc:docMk/>
            <pc:sldMk cId="0" sldId="274"/>
            <ac:spMk id="10243" creationId="{00000000-0000-0000-0000-000000000000}"/>
          </ac:spMkLst>
        </pc:spChg>
      </pc:sldChg>
      <pc:sldChg chg="modSp">
        <pc:chgData name="" userId="9a24253a5e4fde46" providerId="LiveId" clId="{D2CED0C1-E6F8-48A4-919F-6C15087D2375}" dt="2024-10-01T17:11:37.821" v="49" actId="1076"/>
        <pc:sldMkLst>
          <pc:docMk/>
          <pc:sldMk cId="0" sldId="275"/>
        </pc:sldMkLst>
        <pc:spChg chg="mod">
          <ac:chgData name="" userId="9a24253a5e4fde46" providerId="LiveId" clId="{D2CED0C1-E6F8-48A4-919F-6C15087D2375}" dt="2024-10-01T17:11:37.821" v="49" actId="1076"/>
          <ac:spMkLst>
            <pc:docMk/>
            <pc:sldMk cId="0" sldId="275"/>
            <ac:spMk id="3" creationId="{00000000-0000-0000-0000-000000000000}"/>
          </ac:spMkLst>
        </pc:spChg>
      </pc:sldChg>
      <pc:sldChg chg="modSp">
        <pc:chgData name="" userId="9a24253a5e4fde46" providerId="LiveId" clId="{D2CED0C1-E6F8-48A4-919F-6C15087D2375}" dt="2024-10-08T17:34:20.883" v="375" actId="14100"/>
        <pc:sldMkLst>
          <pc:docMk/>
          <pc:sldMk cId="0" sldId="276"/>
        </pc:sldMkLst>
        <pc:spChg chg="mod">
          <ac:chgData name="" userId="9a24253a5e4fde46" providerId="LiveId" clId="{D2CED0C1-E6F8-48A4-919F-6C15087D2375}" dt="2024-10-08T17:33:48.355" v="368" actId="27636"/>
          <ac:spMkLst>
            <pc:docMk/>
            <pc:sldMk cId="0" sldId="276"/>
            <ac:spMk id="13314" creationId="{00000000-0000-0000-0000-000000000000}"/>
          </ac:spMkLst>
        </pc:spChg>
        <pc:spChg chg="mod">
          <ac:chgData name="" userId="9a24253a5e4fde46" providerId="LiveId" clId="{D2CED0C1-E6F8-48A4-919F-6C15087D2375}" dt="2024-10-08T17:34:20.883" v="375" actId="14100"/>
          <ac:spMkLst>
            <pc:docMk/>
            <pc:sldMk cId="0" sldId="276"/>
            <ac:spMk id="13315" creationId="{00000000-0000-0000-0000-000000000000}"/>
          </ac:spMkLst>
        </pc:spChg>
      </pc:sldChg>
      <pc:sldChg chg="modSp modAnim">
        <pc:chgData name="" userId="9a24253a5e4fde46" providerId="LiveId" clId="{D2CED0C1-E6F8-48A4-919F-6C15087D2375}" dt="2024-10-08T17:42:53.294" v="409" actId="20577"/>
        <pc:sldMkLst>
          <pc:docMk/>
          <pc:sldMk cId="0" sldId="278"/>
        </pc:sldMkLst>
        <pc:spChg chg="mod">
          <ac:chgData name="" userId="9a24253a5e4fde46" providerId="LiveId" clId="{D2CED0C1-E6F8-48A4-919F-6C15087D2375}" dt="2024-10-08T17:42:35.136" v="406" actId="20577"/>
          <ac:spMkLst>
            <pc:docMk/>
            <pc:sldMk cId="0" sldId="278"/>
            <ac:spMk id="13314" creationId="{00000000-0000-0000-0000-000000000000}"/>
          </ac:spMkLst>
        </pc:spChg>
        <pc:spChg chg="mod">
          <ac:chgData name="" userId="9a24253a5e4fde46" providerId="LiveId" clId="{D2CED0C1-E6F8-48A4-919F-6C15087D2375}" dt="2024-10-08T17:42:53.294" v="409" actId="20577"/>
          <ac:spMkLst>
            <pc:docMk/>
            <pc:sldMk cId="0" sldId="278"/>
            <ac:spMk id="13315" creationId="{00000000-0000-0000-0000-000000000000}"/>
          </ac:spMkLst>
        </pc:spChg>
      </pc:sldChg>
      <pc:sldChg chg="modSp">
        <pc:chgData name="" userId="9a24253a5e4fde46" providerId="LiveId" clId="{D2CED0C1-E6F8-48A4-919F-6C15087D2375}" dt="2024-10-08T17:37:05.180" v="385" actId="20577"/>
        <pc:sldMkLst>
          <pc:docMk/>
          <pc:sldMk cId="0" sldId="279"/>
        </pc:sldMkLst>
        <pc:spChg chg="mod">
          <ac:chgData name="" userId="9a24253a5e4fde46" providerId="LiveId" clId="{D2CED0C1-E6F8-48A4-919F-6C15087D2375}" dt="2024-10-08T17:36:45.812" v="381" actId="27636"/>
          <ac:spMkLst>
            <pc:docMk/>
            <pc:sldMk cId="0" sldId="279"/>
            <ac:spMk id="13314" creationId="{00000000-0000-0000-0000-000000000000}"/>
          </ac:spMkLst>
        </pc:spChg>
        <pc:spChg chg="mod">
          <ac:chgData name="" userId="9a24253a5e4fde46" providerId="LiveId" clId="{D2CED0C1-E6F8-48A4-919F-6C15087D2375}" dt="2024-10-08T17:37:05.180" v="385" actId="20577"/>
          <ac:spMkLst>
            <pc:docMk/>
            <pc:sldMk cId="0" sldId="279"/>
            <ac:spMk id="13315" creationId="{00000000-0000-0000-0000-000000000000}"/>
          </ac:spMkLst>
        </pc:spChg>
      </pc:sldChg>
      <pc:sldChg chg="modSp modAnim modNotesTx">
        <pc:chgData name="" userId="9a24253a5e4fde46" providerId="LiveId" clId="{D2CED0C1-E6F8-48A4-919F-6C15087D2375}" dt="2024-10-08T17:41:18.047" v="401" actId="20577"/>
        <pc:sldMkLst>
          <pc:docMk/>
          <pc:sldMk cId="0" sldId="280"/>
        </pc:sldMkLst>
        <pc:spChg chg="mod">
          <ac:chgData name="" userId="9a24253a5e4fde46" providerId="LiveId" clId="{D2CED0C1-E6F8-48A4-919F-6C15087D2375}" dt="2024-10-08T17:41:18.047" v="401" actId="20577"/>
          <ac:spMkLst>
            <pc:docMk/>
            <pc:sldMk cId="0" sldId="280"/>
            <ac:spMk id="3" creationId="{00000000-0000-0000-0000-000000000000}"/>
          </ac:spMkLst>
        </pc:spChg>
      </pc:sldChg>
      <pc:sldChg chg="modSp del">
        <pc:chgData name="" userId="9a24253a5e4fde46" providerId="LiveId" clId="{D2CED0C1-E6F8-48A4-919F-6C15087D2375}" dt="2024-10-10T16:40:31.787" v="881" actId="2696"/>
        <pc:sldMkLst>
          <pc:docMk/>
          <pc:sldMk cId="0" sldId="281"/>
        </pc:sldMkLst>
        <pc:spChg chg="mod">
          <ac:chgData name="" userId="9a24253a5e4fde46" providerId="LiveId" clId="{D2CED0C1-E6F8-48A4-919F-6C15087D2375}" dt="2024-10-01T17:09:41.734" v="8" actId="27636"/>
          <ac:spMkLst>
            <pc:docMk/>
            <pc:sldMk cId="0" sldId="281"/>
            <ac:spMk id="3" creationId="{00000000-0000-0000-0000-000000000000}"/>
          </ac:spMkLst>
        </pc:spChg>
      </pc:sldChg>
      <pc:sldChg chg="del">
        <pc:chgData name="" userId="9a24253a5e4fde46" providerId="LiveId" clId="{D2CED0C1-E6F8-48A4-919F-6C15087D2375}" dt="2024-10-10T17:07:20.624" v="977" actId="2696"/>
        <pc:sldMkLst>
          <pc:docMk/>
          <pc:sldMk cId="0" sldId="282"/>
        </pc:sldMkLst>
      </pc:sldChg>
      <pc:sldChg chg="modSp">
        <pc:chgData name="" userId="9a24253a5e4fde46" providerId="LiveId" clId="{D2CED0C1-E6F8-48A4-919F-6C15087D2375}" dt="2024-10-01T17:12:25.599" v="56" actId="403"/>
        <pc:sldMkLst>
          <pc:docMk/>
          <pc:sldMk cId="0" sldId="283"/>
        </pc:sldMkLst>
        <pc:spChg chg="mod">
          <ac:chgData name="" userId="9a24253a5e4fde46" providerId="LiveId" clId="{D2CED0C1-E6F8-48A4-919F-6C15087D2375}" dt="2024-10-01T17:12:25.599" v="56" actId="403"/>
          <ac:spMkLst>
            <pc:docMk/>
            <pc:sldMk cId="0" sldId="283"/>
            <ac:spMk id="17411" creationId="{00000000-0000-0000-0000-000000000000}"/>
          </ac:spMkLst>
        </pc:spChg>
      </pc:sldChg>
      <pc:sldChg chg="modSp">
        <pc:chgData name="" userId="9a24253a5e4fde46" providerId="LiveId" clId="{D2CED0C1-E6F8-48A4-919F-6C15087D2375}" dt="2024-10-01T17:12:36.292" v="62" actId="27636"/>
        <pc:sldMkLst>
          <pc:docMk/>
          <pc:sldMk cId="0" sldId="284"/>
        </pc:sldMkLst>
        <pc:spChg chg="mod">
          <ac:chgData name="" userId="9a24253a5e4fde46" providerId="LiveId" clId="{D2CED0C1-E6F8-48A4-919F-6C15087D2375}" dt="2024-10-01T17:12:36.292" v="62" actId="27636"/>
          <ac:spMkLst>
            <pc:docMk/>
            <pc:sldMk cId="0" sldId="284"/>
            <ac:spMk id="17411" creationId="{00000000-0000-0000-0000-000000000000}"/>
          </ac:spMkLst>
        </pc:spChg>
      </pc:sldChg>
      <pc:sldChg chg="modSp">
        <pc:chgData name="" userId="9a24253a5e4fde46" providerId="LiveId" clId="{D2CED0C1-E6F8-48A4-919F-6C15087D2375}" dt="2024-10-01T17:13:15.430" v="73" actId="403"/>
        <pc:sldMkLst>
          <pc:docMk/>
          <pc:sldMk cId="0" sldId="285"/>
        </pc:sldMkLst>
        <pc:spChg chg="mod">
          <ac:chgData name="" userId="9a24253a5e4fde46" providerId="LiveId" clId="{D2CED0C1-E6F8-48A4-919F-6C15087D2375}" dt="2024-10-01T17:13:15.430" v="73" actId="403"/>
          <ac:spMkLst>
            <pc:docMk/>
            <pc:sldMk cId="0" sldId="285"/>
            <ac:spMk id="3" creationId="{00000000-0000-0000-0000-000000000000}"/>
          </ac:spMkLst>
        </pc:spChg>
      </pc:sldChg>
      <pc:sldChg chg="modSp">
        <pc:chgData name="" userId="9a24253a5e4fde46" providerId="LiveId" clId="{D2CED0C1-E6F8-48A4-919F-6C15087D2375}" dt="2024-10-01T17:13:31.947" v="82" actId="403"/>
        <pc:sldMkLst>
          <pc:docMk/>
          <pc:sldMk cId="0" sldId="286"/>
        </pc:sldMkLst>
        <pc:spChg chg="mod">
          <ac:chgData name="" userId="9a24253a5e4fde46" providerId="LiveId" clId="{D2CED0C1-E6F8-48A4-919F-6C15087D2375}" dt="2024-10-01T17:13:31.947" v="82" actId="403"/>
          <ac:spMkLst>
            <pc:docMk/>
            <pc:sldMk cId="0" sldId="286"/>
            <ac:spMk id="3" creationId="{00000000-0000-0000-0000-000000000000}"/>
          </ac:spMkLst>
        </pc:spChg>
      </pc:sldChg>
      <pc:sldChg chg="modSp">
        <pc:chgData name="" userId="9a24253a5e4fde46" providerId="LiveId" clId="{D2CED0C1-E6F8-48A4-919F-6C15087D2375}" dt="2024-10-01T17:13:24.581" v="79" actId="14100"/>
        <pc:sldMkLst>
          <pc:docMk/>
          <pc:sldMk cId="0" sldId="287"/>
        </pc:sldMkLst>
        <pc:spChg chg="mod">
          <ac:chgData name="" userId="9a24253a5e4fde46" providerId="LiveId" clId="{D2CED0C1-E6F8-48A4-919F-6C15087D2375}" dt="2024-10-01T17:13:24.581" v="79" actId="14100"/>
          <ac:spMkLst>
            <pc:docMk/>
            <pc:sldMk cId="0" sldId="287"/>
            <ac:spMk id="3" creationId="{00000000-0000-0000-0000-000000000000}"/>
          </ac:spMkLst>
        </pc:spChg>
      </pc:sldChg>
      <pc:sldChg chg="modSp">
        <pc:chgData name="" userId="9a24253a5e4fde46" providerId="LiveId" clId="{D2CED0C1-E6F8-48A4-919F-6C15087D2375}" dt="2024-10-01T17:13:38.787" v="85" actId="403"/>
        <pc:sldMkLst>
          <pc:docMk/>
          <pc:sldMk cId="0" sldId="288"/>
        </pc:sldMkLst>
        <pc:spChg chg="mod">
          <ac:chgData name="" userId="9a24253a5e4fde46" providerId="LiveId" clId="{D2CED0C1-E6F8-48A4-919F-6C15087D2375}" dt="2024-10-01T17:13:38.787" v="85" actId="403"/>
          <ac:spMkLst>
            <pc:docMk/>
            <pc:sldMk cId="0" sldId="288"/>
            <ac:spMk id="3" creationId="{00000000-0000-0000-0000-000000000000}"/>
          </ac:spMkLst>
        </pc:spChg>
      </pc:sldChg>
      <pc:sldChg chg="modSp">
        <pc:chgData name="" userId="9a24253a5e4fde46" providerId="LiveId" clId="{D2CED0C1-E6F8-48A4-919F-6C15087D2375}" dt="2024-10-01T17:09:14.974" v="0"/>
        <pc:sldMkLst>
          <pc:docMk/>
          <pc:sldMk cId="0" sldId="290"/>
        </pc:sldMkLst>
        <pc:spChg chg="mod">
          <ac:chgData name="" userId="9a24253a5e4fde46" providerId="LiveId" clId="{D2CED0C1-E6F8-48A4-919F-6C15087D2375}" dt="2024-10-01T17:09:14.974" v="0"/>
          <ac:spMkLst>
            <pc:docMk/>
            <pc:sldMk cId="0" sldId="290"/>
            <ac:spMk id="3" creationId="{00000000-0000-0000-0000-000000000000}"/>
          </ac:spMkLst>
        </pc:spChg>
        <pc:picChg chg="mod">
          <ac:chgData name="" userId="9a24253a5e4fde46" providerId="LiveId" clId="{D2CED0C1-E6F8-48A4-919F-6C15087D2375}" dt="2024-10-01T17:09:14.974" v="0"/>
          <ac:picMkLst>
            <pc:docMk/>
            <pc:sldMk cId="0" sldId="290"/>
            <ac:picMk id="8" creationId="{00000000-0000-0000-0000-000000000000}"/>
          </ac:picMkLst>
        </pc:picChg>
      </pc:sldChg>
      <pc:sldChg chg="modSp del">
        <pc:chgData name="" userId="9a24253a5e4fde46" providerId="LiveId" clId="{D2CED0C1-E6F8-48A4-919F-6C15087D2375}" dt="2024-10-10T17:22:14.921" v="1079" actId="2696"/>
        <pc:sldMkLst>
          <pc:docMk/>
          <pc:sldMk cId="0" sldId="292"/>
        </pc:sldMkLst>
        <pc:spChg chg="mod">
          <ac:chgData name="" userId="9a24253a5e4fde46" providerId="LiveId" clId="{D2CED0C1-E6F8-48A4-919F-6C15087D2375}" dt="2024-10-01T17:09:14.974" v="0"/>
          <ac:spMkLst>
            <pc:docMk/>
            <pc:sldMk cId="0" sldId="292"/>
            <ac:spMk id="3" creationId="{00000000-0000-0000-0000-000000000000}"/>
          </ac:spMkLst>
        </pc:spChg>
      </pc:sldChg>
      <pc:sldChg chg="modSp del">
        <pc:chgData name="" userId="9a24253a5e4fde46" providerId="LiveId" clId="{D2CED0C1-E6F8-48A4-919F-6C15087D2375}" dt="2024-10-10T17:22:15.032" v="1082" actId="2696"/>
        <pc:sldMkLst>
          <pc:docMk/>
          <pc:sldMk cId="0" sldId="293"/>
        </pc:sldMkLst>
        <pc:spChg chg="mod">
          <ac:chgData name="" userId="9a24253a5e4fde46" providerId="LiveId" clId="{D2CED0C1-E6F8-48A4-919F-6C15087D2375}" dt="2024-10-01T17:09:14.974" v="0"/>
          <ac:spMkLst>
            <pc:docMk/>
            <pc:sldMk cId="0" sldId="293"/>
            <ac:spMk id="3" creationId="{00000000-0000-0000-0000-000000000000}"/>
          </ac:spMkLst>
        </pc:spChg>
      </pc:sldChg>
      <pc:sldChg chg="modSp del">
        <pc:chgData name="" userId="9a24253a5e4fde46" providerId="LiveId" clId="{D2CED0C1-E6F8-48A4-919F-6C15087D2375}" dt="2024-10-10T17:22:14.957" v="1080" actId="2696"/>
        <pc:sldMkLst>
          <pc:docMk/>
          <pc:sldMk cId="0" sldId="294"/>
        </pc:sldMkLst>
        <pc:spChg chg="mod">
          <ac:chgData name="" userId="9a24253a5e4fde46" providerId="LiveId" clId="{D2CED0C1-E6F8-48A4-919F-6C15087D2375}" dt="2024-10-01T17:09:14.974" v="0"/>
          <ac:spMkLst>
            <pc:docMk/>
            <pc:sldMk cId="0" sldId="294"/>
            <ac:spMk id="3" creationId="{00000000-0000-0000-0000-000000000000}"/>
          </ac:spMkLst>
        </pc:spChg>
      </pc:sldChg>
      <pc:sldChg chg="modSp del">
        <pc:chgData name="" userId="9a24253a5e4fde46" providerId="LiveId" clId="{D2CED0C1-E6F8-48A4-919F-6C15087D2375}" dt="2024-10-10T17:22:14.989" v="1081" actId="2696"/>
        <pc:sldMkLst>
          <pc:docMk/>
          <pc:sldMk cId="0" sldId="295"/>
        </pc:sldMkLst>
        <pc:spChg chg="mod">
          <ac:chgData name="" userId="9a24253a5e4fde46" providerId="LiveId" clId="{D2CED0C1-E6F8-48A4-919F-6C15087D2375}" dt="2024-10-01T17:09:14.974" v="0"/>
          <ac:spMkLst>
            <pc:docMk/>
            <pc:sldMk cId="0" sldId="295"/>
            <ac:spMk id="3" creationId="{00000000-0000-0000-0000-000000000000}"/>
          </ac:spMkLst>
        </pc:spChg>
      </pc:sldChg>
      <pc:sldChg chg="modSp del">
        <pc:chgData name="" userId="9a24253a5e4fde46" providerId="LiveId" clId="{D2CED0C1-E6F8-48A4-919F-6C15087D2375}" dt="2024-10-10T17:22:15.072" v="1083" actId="2696"/>
        <pc:sldMkLst>
          <pc:docMk/>
          <pc:sldMk cId="0" sldId="296"/>
        </pc:sldMkLst>
        <pc:spChg chg="mod">
          <ac:chgData name="" userId="9a24253a5e4fde46" providerId="LiveId" clId="{D2CED0C1-E6F8-48A4-919F-6C15087D2375}" dt="2024-10-01T17:09:14.974" v="0"/>
          <ac:spMkLst>
            <pc:docMk/>
            <pc:sldMk cId="0" sldId="296"/>
            <ac:spMk id="3" creationId="{00000000-0000-0000-0000-000000000000}"/>
          </ac:spMkLst>
        </pc:spChg>
      </pc:sldChg>
      <pc:sldChg chg="modSp del">
        <pc:chgData name="" userId="9a24253a5e4fde46" providerId="LiveId" clId="{D2CED0C1-E6F8-48A4-919F-6C15087D2375}" dt="2024-10-10T17:22:15.084" v="1084" actId="2696"/>
        <pc:sldMkLst>
          <pc:docMk/>
          <pc:sldMk cId="0" sldId="297"/>
        </pc:sldMkLst>
        <pc:spChg chg="mod">
          <ac:chgData name="" userId="9a24253a5e4fde46" providerId="LiveId" clId="{D2CED0C1-E6F8-48A4-919F-6C15087D2375}" dt="2024-10-01T17:09:14.974" v="0"/>
          <ac:spMkLst>
            <pc:docMk/>
            <pc:sldMk cId="0" sldId="297"/>
            <ac:spMk id="3" creationId="{00000000-0000-0000-0000-000000000000}"/>
          </ac:spMkLst>
        </pc:spChg>
      </pc:sldChg>
      <pc:sldChg chg="del">
        <pc:chgData name="" userId="9a24253a5e4fde46" providerId="LiveId" clId="{D2CED0C1-E6F8-48A4-919F-6C15087D2375}" dt="2024-10-10T17:31:49.985" v="1106" actId="2696"/>
        <pc:sldMkLst>
          <pc:docMk/>
          <pc:sldMk cId="0" sldId="298"/>
        </pc:sldMkLst>
      </pc:sldChg>
      <pc:sldChg chg="modSp">
        <pc:chgData name="" userId="9a24253a5e4fde46" providerId="LiveId" clId="{D2CED0C1-E6F8-48A4-919F-6C15087D2375}" dt="2024-10-01T17:09:41.670" v="7" actId="27636"/>
        <pc:sldMkLst>
          <pc:docMk/>
          <pc:sldMk cId="1425783145" sldId="299"/>
        </pc:sldMkLst>
        <pc:spChg chg="mod">
          <ac:chgData name="" userId="9a24253a5e4fde46" providerId="LiveId" clId="{D2CED0C1-E6F8-48A4-919F-6C15087D2375}" dt="2024-10-01T17:09:41.670" v="7" actId="27636"/>
          <ac:spMkLst>
            <pc:docMk/>
            <pc:sldMk cId="1425783145" sldId="299"/>
            <ac:spMk id="4" creationId="{00000000-0000-0000-0000-000000000000}"/>
          </ac:spMkLst>
        </pc:spChg>
      </pc:sldChg>
      <pc:sldChg chg="modSp">
        <pc:chgData name="" userId="9a24253a5e4fde46" providerId="LiveId" clId="{D2CED0C1-E6F8-48A4-919F-6C15087D2375}" dt="2024-10-01T17:10:13.681" v="15" actId="403"/>
        <pc:sldMkLst>
          <pc:docMk/>
          <pc:sldMk cId="3346593234" sldId="300"/>
        </pc:sldMkLst>
        <pc:spChg chg="mod">
          <ac:chgData name="" userId="9a24253a5e4fde46" providerId="LiveId" clId="{D2CED0C1-E6F8-48A4-919F-6C15087D2375}" dt="2024-10-01T17:10:13.681" v="15" actId="403"/>
          <ac:spMkLst>
            <pc:docMk/>
            <pc:sldMk cId="3346593234" sldId="300"/>
            <ac:spMk id="25603" creationId="{00000000-0000-0000-0000-000000000000}"/>
          </ac:spMkLst>
        </pc:spChg>
      </pc:sldChg>
      <pc:sldChg chg="modSp">
        <pc:chgData name="" userId="9a24253a5e4fde46" providerId="LiveId" clId="{D2CED0C1-E6F8-48A4-919F-6C15087D2375}" dt="2024-10-01T17:13:08.290" v="70" actId="403"/>
        <pc:sldMkLst>
          <pc:docMk/>
          <pc:sldMk cId="1094232782" sldId="304"/>
        </pc:sldMkLst>
        <pc:spChg chg="mod">
          <ac:chgData name="" userId="9a24253a5e4fde46" providerId="LiveId" clId="{D2CED0C1-E6F8-48A4-919F-6C15087D2375}" dt="2024-10-01T17:13:08.290" v="70" actId="403"/>
          <ac:spMkLst>
            <pc:docMk/>
            <pc:sldMk cId="1094232782" sldId="304"/>
            <ac:spMk id="3" creationId="{00000000-0000-0000-0000-000000000000}"/>
          </ac:spMkLst>
        </pc:spChg>
      </pc:sldChg>
      <pc:sldChg chg="modSp">
        <pc:chgData name="" userId="9a24253a5e4fde46" providerId="LiveId" clId="{D2CED0C1-E6F8-48A4-919F-6C15087D2375}" dt="2024-10-01T17:14:14.382" v="95" actId="14100"/>
        <pc:sldMkLst>
          <pc:docMk/>
          <pc:sldMk cId="3612804859" sldId="306"/>
        </pc:sldMkLst>
        <pc:spChg chg="mod">
          <ac:chgData name="" userId="9a24253a5e4fde46" providerId="LiveId" clId="{D2CED0C1-E6F8-48A4-919F-6C15087D2375}" dt="2024-10-01T17:14:14.382" v="95" actId="14100"/>
          <ac:spMkLst>
            <pc:docMk/>
            <pc:sldMk cId="3612804859" sldId="306"/>
            <ac:spMk id="6" creationId="{00000000-0000-0000-0000-000000000000}"/>
          </ac:spMkLst>
        </pc:spChg>
      </pc:sldChg>
      <pc:sldChg chg="modSp modNotes">
        <pc:chgData name="" userId="9a24253a5e4fde46" providerId="LiveId" clId="{D2CED0C1-E6F8-48A4-919F-6C15087D2375}" dt="2024-10-10T16:27:12.627" v="840" actId="27636"/>
        <pc:sldMkLst>
          <pc:docMk/>
          <pc:sldMk cId="3090820352" sldId="308"/>
        </pc:sldMkLst>
        <pc:spChg chg="mod">
          <ac:chgData name="" userId="9a24253a5e4fde46" providerId="LiveId" clId="{D2CED0C1-E6F8-48A4-919F-6C15087D2375}" dt="2024-10-10T16:27:12.627" v="840" actId="27636"/>
          <ac:spMkLst>
            <pc:docMk/>
            <pc:sldMk cId="3090820352" sldId="308"/>
            <ac:spMk id="3" creationId="{00000000-0000-0000-0000-000000000000}"/>
          </ac:spMkLst>
        </pc:spChg>
      </pc:sldChg>
      <pc:sldChg chg="modSp del">
        <pc:chgData name="" userId="9a24253a5e4fde46" providerId="LiveId" clId="{D2CED0C1-E6F8-48A4-919F-6C15087D2375}" dt="2024-10-10T16:44:18.771" v="927" actId="2696"/>
        <pc:sldMkLst>
          <pc:docMk/>
          <pc:sldMk cId="1253121835" sldId="309"/>
        </pc:sldMkLst>
        <pc:picChg chg="mod">
          <ac:chgData name="" userId="9a24253a5e4fde46" providerId="LiveId" clId="{D2CED0C1-E6F8-48A4-919F-6C15087D2375}" dt="2024-10-01T17:09:14.974" v="0"/>
          <ac:picMkLst>
            <pc:docMk/>
            <pc:sldMk cId="1253121835" sldId="309"/>
            <ac:picMk id="4" creationId="{00000000-0000-0000-0000-000000000000}"/>
          </ac:picMkLst>
        </pc:picChg>
      </pc:sldChg>
      <pc:sldChg chg="modSp del">
        <pc:chgData name="" userId="9a24253a5e4fde46" providerId="LiveId" clId="{D2CED0C1-E6F8-48A4-919F-6C15087D2375}" dt="2024-10-10T16:46:42.682" v="975" actId="2696"/>
        <pc:sldMkLst>
          <pc:docMk/>
          <pc:sldMk cId="3412900156" sldId="310"/>
        </pc:sldMkLst>
        <pc:picChg chg="mod">
          <ac:chgData name="" userId="9a24253a5e4fde46" providerId="LiveId" clId="{D2CED0C1-E6F8-48A4-919F-6C15087D2375}" dt="2024-10-01T17:09:14.974" v="0"/>
          <ac:picMkLst>
            <pc:docMk/>
            <pc:sldMk cId="3412900156" sldId="310"/>
            <ac:picMk id="4" creationId="{00000000-0000-0000-0000-000000000000}"/>
          </ac:picMkLst>
        </pc:picChg>
      </pc:sldChg>
      <pc:sldChg chg="del">
        <pc:chgData name="" userId="9a24253a5e4fde46" providerId="LiveId" clId="{D2CED0C1-E6F8-48A4-919F-6C15087D2375}" dt="2024-10-10T16:47:44.524" v="976" actId="2696"/>
        <pc:sldMkLst>
          <pc:docMk/>
          <pc:sldMk cId="1436632093" sldId="314"/>
        </pc:sldMkLst>
      </pc:sldChg>
      <pc:sldChg chg="modSp">
        <pc:chgData name="" userId="9a24253a5e4fde46" providerId="LiveId" clId="{D2CED0C1-E6F8-48A4-919F-6C15087D2375}" dt="2024-10-01T17:14:27.734" v="102" actId="14100"/>
        <pc:sldMkLst>
          <pc:docMk/>
          <pc:sldMk cId="514415297" sldId="315"/>
        </pc:sldMkLst>
        <pc:spChg chg="mod">
          <ac:chgData name="" userId="9a24253a5e4fde46" providerId="LiveId" clId="{D2CED0C1-E6F8-48A4-919F-6C15087D2375}" dt="2024-10-01T17:14:27.734" v="102" actId="14100"/>
          <ac:spMkLst>
            <pc:docMk/>
            <pc:sldMk cId="514415297" sldId="315"/>
            <ac:spMk id="6" creationId="{00000000-0000-0000-0000-000000000000}"/>
          </ac:spMkLst>
        </pc:spChg>
      </pc:sldChg>
      <pc:sldChg chg="modSp">
        <pc:chgData name="" userId="9a24253a5e4fde46" providerId="LiveId" clId="{D2CED0C1-E6F8-48A4-919F-6C15087D2375}" dt="2024-10-01T17:10:37.311" v="22" actId="403"/>
        <pc:sldMkLst>
          <pc:docMk/>
          <pc:sldMk cId="1288509338" sldId="316"/>
        </pc:sldMkLst>
        <pc:spChg chg="mod">
          <ac:chgData name="" userId="9a24253a5e4fde46" providerId="LiveId" clId="{D2CED0C1-E6F8-48A4-919F-6C15087D2375}" dt="2024-10-01T17:10:37.311" v="22" actId="403"/>
          <ac:spMkLst>
            <pc:docMk/>
            <pc:sldMk cId="1288509338" sldId="316"/>
            <ac:spMk id="25603" creationId="{00000000-0000-0000-0000-000000000000}"/>
          </ac:spMkLst>
        </pc:spChg>
      </pc:sldChg>
      <pc:sldChg chg="modSp">
        <pc:chgData name="" userId="9a24253a5e4fde46" providerId="LiveId" clId="{D2CED0C1-E6F8-48A4-919F-6C15087D2375}" dt="2024-10-01T17:10:51.071" v="30" actId="403"/>
        <pc:sldMkLst>
          <pc:docMk/>
          <pc:sldMk cId="304741150" sldId="317"/>
        </pc:sldMkLst>
        <pc:spChg chg="mod">
          <ac:chgData name="" userId="9a24253a5e4fde46" providerId="LiveId" clId="{D2CED0C1-E6F8-48A4-919F-6C15087D2375}" dt="2024-10-01T17:10:51.071" v="30" actId="403"/>
          <ac:spMkLst>
            <pc:docMk/>
            <pc:sldMk cId="304741150" sldId="317"/>
            <ac:spMk id="3" creationId="{00000000-0000-0000-0000-000000000000}"/>
          </ac:spMkLst>
        </pc:spChg>
      </pc:sldChg>
      <pc:sldChg chg="addSp delSp modSp">
        <pc:chgData name="" userId="9a24253a5e4fde46" providerId="LiveId" clId="{D2CED0C1-E6F8-48A4-919F-6C15087D2375}" dt="2024-10-08T17:28:54.606" v="295" actId="15"/>
        <pc:sldMkLst>
          <pc:docMk/>
          <pc:sldMk cId="1861061110" sldId="318"/>
        </pc:sldMkLst>
        <pc:spChg chg="add del mod">
          <ac:chgData name="" userId="9a24253a5e4fde46" providerId="LiveId" clId="{D2CED0C1-E6F8-48A4-919F-6C15087D2375}" dt="2024-10-08T17:28:46.928" v="292" actId="478"/>
          <ac:spMkLst>
            <pc:docMk/>
            <pc:sldMk cId="1861061110" sldId="318"/>
            <ac:spMk id="2" creationId="{7C8BFD0A-9D60-4637-BE2D-98FA44744F90}"/>
          </ac:spMkLst>
        </pc:spChg>
        <pc:spChg chg="add del mod">
          <ac:chgData name="" userId="9a24253a5e4fde46" providerId="LiveId" clId="{D2CED0C1-E6F8-48A4-919F-6C15087D2375}" dt="2024-10-08T17:28:50.601" v="293" actId="478"/>
          <ac:spMkLst>
            <pc:docMk/>
            <pc:sldMk cId="1861061110" sldId="318"/>
            <ac:spMk id="3" creationId="{030329E2-FD50-401D-BCD5-799B1F477325}"/>
          </ac:spMkLst>
        </pc:spChg>
        <pc:spChg chg="mod">
          <ac:chgData name="" userId="9a24253a5e4fde46" providerId="LiveId" clId="{D2CED0C1-E6F8-48A4-919F-6C15087D2375}" dt="2024-10-08T17:23:42.135" v="165"/>
          <ac:spMkLst>
            <pc:docMk/>
            <pc:sldMk cId="1861061110" sldId="318"/>
            <ac:spMk id="4" creationId="{00000000-0000-0000-0000-000000000000}"/>
          </ac:spMkLst>
        </pc:spChg>
        <pc:spChg chg="mod">
          <ac:chgData name="" userId="9a24253a5e4fde46" providerId="LiveId" clId="{D2CED0C1-E6F8-48A4-919F-6C15087D2375}" dt="2024-10-08T17:28:54.606" v="295" actId="15"/>
          <ac:spMkLst>
            <pc:docMk/>
            <pc:sldMk cId="1861061110" sldId="318"/>
            <ac:spMk id="5" creationId="{00000000-0000-0000-0000-000000000000}"/>
          </ac:spMkLst>
        </pc:spChg>
        <pc:picChg chg="mod">
          <ac:chgData name="" userId="9a24253a5e4fde46" providerId="LiveId" clId="{D2CED0C1-E6F8-48A4-919F-6C15087D2375}" dt="2024-10-01T17:14:32.182" v="103" actId="1076"/>
          <ac:picMkLst>
            <pc:docMk/>
            <pc:sldMk cId="1861061110" sldId="318"/>
            <ac:picMk id="7" creationId="{00000000-0000-0000-0000-000000000000}"/>
          </ac:picMkLst>
        </pc:picChg>
      </pc:sldChg>
      <pc:sldChg chg="modSp">
        <pc:chgData name="" userId="9a24253a5e4fde46" providerId="LiveId" clId="{D2CED0C1-E6F8-48A4-919F-6C15087D2375}" dt="2024-10-01T17:10:27.941" v="18" actId="1076"/>
        <pc:sldMkLst>
          <pc:docMk/>
          <pc:sldMk cId="1023567700" sldId="320"/>
        </pc:sldMkLst>
        <pc:picChg chg="mod">
          <ac:chgData name="" userId="9a24253a5e4fde46" providerId="LiveId" clId="{D2CED0C1-E6F8-48A4-919F-6C15087D2375}" dt="2024-10-01T17:10:27.941" v="18" actId="1076"/>
          <ac:picMkLst>
            <pc:docMk/>
            <pc:sldMk cId="1023567700" sldId="320"/>
            <ac:picMk id="4" creationId="{C9D1D20C-8450-4114-8AD8-75D2F049CB78}"/>
          </ac:picMkLst>
        </pc:picChg>
      </pc:sldChg>
      <pc:sldChg chg="modSp">
        <pc:chgData name="" userId="9a24253a5e4fde46" providerId="LiveId" clId="{D2CED0C1-E6F8-48A4-919F-6C15087D2375}" dt="2024-10-01T17:09:14.974" v="0"/>
        <pc:sldMkLst>
          <pc:docMk/>
          <pc:sldMk cId="3380866476" sldId="321"/>
        </pc:sldMkLst>
        <pc:spChg chg="mod">
          <ac:chgData name="" userId="9a24253a5e4fde46" providerId="LiveId" clId="{D2CED0C1-E6F8-48A4-919F-6C15087D2375}" dt="2024-10-01T17:09:14.974" v="0"/>
          <ac:spMkLst>
            <pc:docMk/>
            <pc:sldMk cId="3380866476" sldId="321"/>
            <ac:spMk id="5" creationId="{9ACEF018-1625-4D76-9FE2-A657D8C9B579}"/>
          </ac:spMkLst>
        </pc:spChg>
        <pc:picChg chg="mod">
          <ac:chgData name="" userId="9a24253a5e4fde46" providerId="LiveId" clId="{D2CED0C1-E6F8-48A4-919F-6C15087D2375}" dt="2024-10-01T17:09:14.974" v="0"/>
          <ac:picMkLst>
            <pc:docMk/>
            <pc:sldMk cId="3380866476" sldId="321"/>
            <ac:picMk id="4" creationId="{839D3EBD-A573-46E1-880A-65747013211E}"/>
          </ac:picMkLst>
        </pc:picChg>
      </pc:sldChg>
      <pc:sldChg chg="modSp">
        <pc:chgData name="" userId="9a24253a5e4fde46" providerId="LiveId" clId="{D2CED0C1-E6F8-48A4-919F-6C15087D2375}" dt="2024-10-01T17:09:14.974" v="0"/>
        <pc:sldMkLst>
          <pc:docMk/>
          <pc:sldMk cId="377928062" sldId="322"/>
        </pc:sldMkLst>
        <pc:spChg chg="mod">
          <ac:chgData name="" userId="9a24253a5e4fde46" providerId="LiveId" clId="{D2CED0C1-E6F8-48A4-919F-6C15087D2375}" dt="2024-10-01T17:09:14.974" v="0"/>
          <ac:spMkLst>
            <pc:docMk/>
            <pc:sldMk cId="377928062" sldId="322"/>
            <ac:spMk id="2" creationId="{50B370E4-B964-4AF7-A3E8-66666EDCA6E8}"/>
          </ac:spMkLst>
        </pc:spChg>
        <pc:picChg chg="mod">
          <ac:chgData name="" userId="9a24253a5e4fde46" providerId="LiveId" clId="{D2CED0C1-E6F8-48A4-919F-6C15087D2375}" dt="2024-10-01T17:09:14.974" v="0"/>
          <ac:picMkLst>
            <pc:docMk/>
            <pc:sldMk cId="377928062" sldId="322"/>
            <ac:picMk id="4" creationId="{839D3EBD-A573-46E1-880A-65747013211E}"/>
          </ac:picMkLst>
        </pc:picChg>
      </pc:sldChg>
      <pc:sldChg chg="modSp">
        <pc:chgData name="" userId="9a24253a5e4fde46" providerId="LiveId" clId="{D2CED0C1-E6F8-48A4-919F-6C15087D2375}" dt="2024-10-01T17:09:14.974" v="0"/>
        <pc:sldMkLst>
          <pc:docMk/>
          <pc:sldMk cId="1076231131" sldId="323"/>
        </pc:sldMkLst>
        <pc:spChg chg="mod">
          <ac:chgData name="" userId="9a24253a5e4fde46" providerId="LiveId" clId="{D2CED0C1-E6F8-48A4-919F-6C15087D2375}" dt="2024-10-01T17:09:14.974" v="0"/>
          <ac:spMkLst>
            <pc:docMk/>
            <pc:sldMk cId="1076231131" sldId="323"/>
            <ac:spMk id="2" creationId="{06C448E6-CC2D-46AF-8DE5-877BBA4DDE88}"/>
          </ac:spMkLst>
        </pc:spChg>
        <pc:picChg chg="mod">
          <ac:chgData name="" userId="9a24253a5e4fde46" providerId="LiveId" clId="{D2CED0C1-E6F8-48A4-919F-6C15087D2375}" dt="2024-10-01T17:09:14.974" v="0"/>
          <ac:picMkLst>
            <pc:docMk/>
            <pc:sldMk cId="1076231131" sldId="323"/>
            <ac:picMk id="4" creationId="{839D3EBD-A573-46E1-880A-65747013211E}"/>
          </ac:picMkLst>
        </pc:picChg>
      </pc:sldChg>
      <pc:sldChg chg="modSp">
        <pc:chgData name="" userId="9a24253a5e4fde46" providerId="LiveId" clId="{D2CED0C1-E6F8-48A4-919F-6C15087D2375}" dt="2024-10-01T17:09:14.974" v="0"/>
        <pc:sldMkLst>
          <pc:docMk/>
          <pc:sldMk cId="3794076939" sldId="324"/>
        </pc:sldMkLst>
        <pc:spChg chg="mod">
          <ac:chgData name="" userId="9a24253a5e4fde46" providerId="LiveId" clId="{D2CED0C1-E6F8-48A4-919F-6C15087D2375}" dt="2024-10-01T17:09:14.974" v="0"/>
          <ac:spMkLst>
            <pc:docMk/>
            <pc:sldMk cId="3794076939" sldId="324"/>
            <ac:spMk id="2" creationId="{06C448E6-CC2D-46AF-8DE5-877BBA4DDE88}"/>
          </ac:spMkLst>
        </pc:spChg>
        <pc:picChg chg="mod">
          <ac:chgData name="" userId="9a24253a5e4fde46" providerId="LiveId" clId="{D2CED0C1-E6F8-48A4-919F-6C15087D2375}" dt="2024-10-01T17:09:14.974" v="0"/>
          <ac:picMkLst>
            <pc:docMk/>
            <pc:sldMk cId="3794076939" sldId="324"/>
            <ac:picMk id="4" creationId="{839D3EBD-A573-46E1-880A-65747013211E}"/>
          </ac:picMkLst>
        </pc:picChg>
      </pc:sldChg>
      <pc:sldChg chg="modSp">
        <pc:chgData name="" userId="9a24253a5e4fde46" providerId="LiveId" clId="{D2CED0C1-E6F8-48A4-919F-6C15087D2375}" dt="2024-10-01T17:09:14.974" v="0"/>
        <pc:sldMkLst>
          <pc:docMk/>
          <pc:sldMk cId="2793758699" sldId="325"/>
        </pc:sldMkLst>
        <pc:picChg chg="mod">
          <ac:chgData name="" userId="9a24253a5e4fde46" providerId="LiveId" clId="{D2CED0C1-E6F8-48A4-919F-6C15087D2375}" dt="2024-10-01T17:09:14.974" v="0"/>
          <ac:picMkLst>
            <pc:docMk/>
            <pc:sldMk cId="2793758699" sldId="325"/>
            <ac:picMk id="6" creationId="{97232488-EE14-429F-9219-60D682A997E0}"/>
          </ac:picMkLst>
        </pc:picChg>
        <pc:picChg chg="mod">
          <ac:chgData name="" userId="9a24253a5e4fde46" providerId="LiveId" clId="{D2CED0C1-E6F8-48A4-919F-6C15087D2375}" dt="2024-10-01T17:09:14.974" v="0"/>
          <ac:picMkLst>
            <pc:docMk/>
            <pc:sldMk cId="2793758699" sldId="325"/>
            <ac:picMk id="8" creationId="{53B9A4C5-4173-49A8-99A6-A3605A01FB9D}"/>
          </ac:picMkLst>
        </pc:picChg>
      </pc:sldChg>
      <pc:sldChg chg="modSp">
        <pc:chgData name="" userId="9a24253a5e4fde46" providerId="LiveId" clId="{D2CED0C1-E6F8-48A4-919F-6C15087D2375}" dt="2024-10-01T17:13:47.869" v="88" actId="1076"/>
        <pc:sldMkLst>
          <pc:docMk/>
          <pc:sldMk cId="2997013966" sldId="328"/>
        </pc:sldMkLst>
        <pc:spChg chg="mod">
          <ac:chgData name="" userId="9a24253a5e4fde46" providerId="LiveId" clId="{D2CED0C1-E6F8-48A4-919F-6C15087D2375}" dt="2024-10-01T17:09:14.974" v="0"/>
          <ac:spMkLst>
            <pc:docMk/>
            <pc:sldMk cId="2997013966" sldId="328"/>
            <ac:spMk id="2" creationId="{0F2369D6-7195-4D43-B606-1D49CF14F8D6}"/>
          </ac:spMkLst>
        </pc:spChg>
        <pc:picChg chg="mod">
          <ac:chgData name="" userId="9a24253a5e4fde46" providerId="LiveId" clId="{D2CED0C1-E6F8-48A4-919F-6C15087D2375}" dt="2024-10-01T17:13:47.869" v="88" actId="1076"/>
          <ac:picMkLst>
            <pc:docMk/>
            <pc:sldMk cId="2997013966" sldId="328"/>
            <ac:picMk id="7" creationId="{2D07F2F1-16E0-4044-8F56-6F9B29F7AC78}"/>
          </ac:picMkLst>
        </pc:picChg>
      </pc:sldChg>
      <pc:sldChg chg="modSp">
        <pc:chgData name="" userId="9a24253a5e4fde46" providerId="LiveId" clId="{D2CED0C1-E6F8-48A4-919F-6C15087D2375}" dt="2024-10-01T17:09:14.974" v="0"/>
        <pc:sldMkLst>
          <pc:docMk/>
          <pc:sldMk cId="3871095152" sldId="329"/>
        </pc:sldMkLst>
        <pc:spChg chg="mod">
          <ac:chgData name="" userId="9a24253a5e4fde46" providerId="LiveId" clId="{D2CED0C1-E6F8-48A4-919F-6C15087D2375}" dt="2024-10-01T17:09:14.974" v="0"/>
          <ac:spMkLst>
            <pc:docMk/>
            <pc:sldMk cId="3871095152" sldId="329"/>
            <ac:spMk id="2" creationId="{00000000-0000-0000-0000-000000000000}"/>
          </ac:spMkLst>
        </pc:spChg>
        <pc:picChg chg="mod">
          <ac:chgData name="" userId="9a24253a5e4fde46" providerId="LiveId" clId="{D2CED0C1-E6F8-48A4-919F-6C15087D2375}" dt="2024-10-01T17:09:14.974" v="0"/>
          <ac:picMkLst>
            <pc:docMk/>
            <pc:sldMk cId="3871095152" sldId="329"/>
            <ac:picMk id="4" creationId="{00000000-0000-0000-0000-000000000000}"/>
          </ac:picMkLst>
        </pc:picChg>
      </pc:sldChg>
      <pc:sldChg chg="modSp">
        <pc:chgData name="" userId="9a24253a5e4fde46" providerId="LiveId" clId="{D2CED0C1-E6F8-48A4-919F-6C15087D2375}" dt="2024-10-01T17:13:58.126" v="91" actId="1076"/>
        <pc:sldMkLst>
          <pc:docMk/>
          <pc:sldMk cId="2260155034" sldId="330"/>
        </pc:sldMkLst>
        <pc:spChg chg="mod">
          <ac:chgData name="" userId="9a24253a5e4fde46" providerId="LiveId" clId="{D2CED0C1-E6F8-48A4-919F-6C15087D2375}" dt="2024-10-01T17:09:14.974" v="0"/>
          <ac:spMkLst>
            <pc:docMk/>
            <pc:sldMk cId="2260155034" sldId="330"/>
            <ac:spMk id="2" creationId="{DB14AC4B-BF73-424A-AD11-A34EF37BF101}"/>
          </ac:spMkLst>
        </pc:spChg>
        <pc:picChg chg="mod">
          <ac:chgData name="" userId="9a24253a5e4fde46" providerId="LiveId" clId="{D2CED0C1-E6F8-48A4-919F-6C15087D2375}" dt="2024-10-01T17:13:58.126" v="91" actId="1076"/>
          <ac:picMkLst>
            <pc:docMk/>
            <pc:sldMk cId="2260155034" sldId="330"/>
            <ac:picMk id="4" creationId="{72268A93-51D4-4947-838C-F196FBF89E82}"/>
          </ac:picMkLst>
        </pc:picChg>
      </pc:sldChg>
      <pc:sldChg chg="modSp">
        <pc:chgData name="" userId="9a24253a5e4fde46" providerId="LiveId" clId="{D2CED0C1-E6F8-48A4-919F-6C15087D2375}" dt="2024-10-08T17:48:22.961" v="525" actId="15"/>
        <pc:sldMkLst>
          <pc:docMk/>
          <pc:sldMk cId="4227910388" sldId="331"/>
        </pc:sldMkLst>
        <pc:spChg chg="mod">
          <ac:chgData name="" userId="9a24253a5e4fde46" providerId="LiveId" clId="{D2CED0C1-E6F8-48A4-919F-6C15087D2375}" dt="2024-10-08T17:48:22.961" v="525" actId="15"/>
          <ac:spMkLst>
            <pc:docMk/>
            <pc:sldMk cId="4227910388" sldId="331"/>
            <ac:spMk id="3" creationId="{96A1DB8B-EDC9-4E58-8465-91713437548A}"/>
          </ac:spMkLst>
        </pc:spChg>
      </pc:sldChg>
      <pc:sldChg chg="modSp add">
        <pc:chgData name="" userId="9a24253a5e4fde46" providerId="LiveId" clId="{D2CED0C1-E6F8-48A4-919F-6C15087D2375}" dt="2024-10-08T17:39:18.617" v="392"/>
        <pc:sldMkLst>
          <pc:docMk/>
          <pc:sldMk cId="1356543493" sldId="332"/>
        </pc:sldMkLst>
        <pc:spChg chg="mod">
          <ac:chgData name="" userId="9a24253a5e4fde46" providerId="LiveId" clId="{D2CED0C1-E6F8-48A4-919F-6C15087D2375}" dt="2024-10-08T17:39:18.617" v="392"/>
          <ac:spMkLst>
            <pc:docMk/>
            <pc:sldMk cId="1356543493" sldId="332"/>
            <ac:spMk id="3" creationId="{CBFB2840-5496-4F08-A04B-B12765995D59}"/>
          </ac:spMkLst>
        </pc:spChg>
      </pc:sldChg>
      <pc:sldChg chg="addSp delSp modSp add">
        <pc:chgData name="" userId="9a24253a5e4fde46" providerId="LiveId" clId="{D2CED0C1-E6F8-48A4-919F-6C15087D2375}" dt="2024-10-08T17:50:26.454" v="629" actId="6549"/>
        <pc:sldMkLst>
          <pc:docMk/>
          <pc:sldMk cId="4068252232" sldId="333"/>
        </pc:sldMkLst>
        <pc:spChg chg="mod">
          <ac:chgData name="" userId="9a24253a5e4fde46" providerId="LiveId" clId="{D2CED0C1-E6F8-48A4-919F-6C15087D2375}" dt="2024-10-08T17:49:01.327" v="559" actId="20577"/>
          <ac:spMkLst>
            <pc:docMk/>
            <pc:sldMk cId="4068252232" sldId="333"/>
            <ac:spMk id="2" creationId="{18320E05-BED6-45D5-9BD6-1336F25060DE}"/>
          </ac:spMkLst>
        </pc:spChg>
        <pc:spChg chg="mod">
          <ac:chgData name="" userId="9a24253a5e4fde46" providerId="LiveId" clId="{D2CED0C1-E6F8-48A4-919F-6C15087D2375}" dt="2024-10-08T17:50:26.454" v="629" actId="6549"/>
          <ac:spMkLst>
            <pc:docMk/>
            <pc:sldMk cId="4068252232" sldId="333"/>
            <ac:spMk id="3" creationId="{B223558A-BA75-4E73-9123-D24C06E4E547}"/>
          </ac:spMkLst>
        </pc:spChg>
        <pc:spChg chg="add del">
          <ac:chgData name="" userId="9a24253a5e4fde46" providerId="LiveId" clId="{D2CED0C1-E6F8-48A4-919F-6C15087D2375}" dt="2024-10-08T17:49:10.313" v="561"/>
          <ac:spMkLst>
            <pc:docMk/>
            <pc:sldMk cId="4068252232" sldId="333"/>
            <ac:spMk id="4" creationId="{1087CE77-3FE8-4524-92BB-61F3D7AAA1E3}"/>
          </ac:spMkLst>
        </pc:spChg>
        <pc:spChg chg="add del">
          <ac:chgData name="" userId="9a24253a5e4fde46" providerId="LiveId" clId="{D2CED0C1-E6F8-48A4-919F-6C15087D2375}" dt="2024-10-08T17:49:10.313" v="561"/>
          <ac:spMkLst>
            <pc:docMk/>
            <pc:sldMk cId="4068252232" sldId="333"/>
            <ac:spMk id="5" creationId="{CC014739-E2E5-454A-B61B-056C4103494E}"/>
          </ac:spMkLst>
        </pc:spChg>
        <pc:spChg chg="add del">
          <ac:chgData name="" userId="9a24253a5e4fde46" providerId="LiveId" clId="{D2CED0C1-E6F8-48A4-919F-6C15087D2375}" dt="2024-10-08T17:49:10.313" v="561"/>
          <ac:spMkLst>
            <pc:docMk/>
            <pc:sldMk cId="4068252232" sldId="333"/>
            <ac:spMk id="6" creationId="{CD69DF4B-F943-4590-A599-3DEC675A08B1}"/>
          </ac:spMkLst>
        </pc:spChg>
        <pc:spChg chg="add del">
          <ac:chgData name="" userId="9a24253a5e4fde46" providerId="LiveId" clId="{D2CED0C1-E6F8-48A4-919F-6C15087D2375}" dt="2024-10-08T17:49:22.426" v="563"/>
          <ac:spMkLst>
            <pc:docMk/>
            <pc:sldMk cId="4068252232" sldId="333"/>
            <ac:spMk id="7" creationId="{B500DD0B-07A5-4EDB-9FC3-7CE33159EB8B}"/>
          </ac:spMkLst>
        </pc:spChg>
        <pc:spChg chg="add del">
          <ac:chgData name="" userId="9a24253a5e4fde46" providerId="LiveId" clId="{D2CED0C1-E6F8-48A4-919F-6C15087D2375}" dt="2024-10-08T17:49:22.426" v="563"/>
          <ac:spMkLst>
            <pc:docMk/>
            <pc:sldMk cId="4068252232" sldId="333"/>
            <ac:spMk id="8" creationId="{68FC17CF-FA81-4621-9F96-46ABD79F8CB8}"/>
          </ac:spMkLst>
        </pc:spChg>
        <pc:spChg chg="add del">
          <ac:chgData name="" userId="9a24253a5e4fde46" providerId="LiveId" clId="{D2CED0C1-E6F8-48A4-919F-6C15087D2375}" dt="2024-10-08T17:49:22.426" v="563"/>
          <ac:spMkLst>
            <pc:docMk/>
            <pc:sldMk cId="4068252232" sldId="333"/>
            <ac:spMk id="9" creationId="{12E6F598-48C1-47BE-9790-EB79068C2938}"/>
          </ac:spMkLst>
        </pc:spChg>
      </pc:sldChg>
      <pc:sldChg chg="modSp add">
        <pc:chgData name="" userId="9a24253a5e4fde46" providerId="LiveId" clId="{D2CED0C1-E6F8-48A4-919F-6C15087D2375}" dt="2024-10-08T17:52:02.962" v="707" actId="6549"/>
        <pc:sldMkLst>
          <pc:docMk/>
          <pc:sldMk cId="3140883032" sldId="334"/>
        </pc:sldMkLst>
        <pc:spChg chg="mod">
          <ac:chgData name="" userId="9a24253a5e4fde46" providerId="LiveId" clId="{D2CED0C1-E6F8-48A4-919F-6C15087D2375}" dt="2024-10-08T17:51:09.986" v="669" actId="113"/>
          <ac:spMkLst>
            <pc:docMk/>
            <pc:sldMk cId="3140883032" sldId="334"/>
            <ac:spMk id="2" creationId="{DB2B48FA-D980-4E0F-BB2A-1025C43216C2}"/>
          </ac:spMkLst>
        </pc:spChg>
        <pc:spChg chg="mod">
          <ac:chgData name="" userId="9a24253a5e4fde46" providerId="LiveId" clId="{D2CED0C1-E6F8-48A4-919F-6C15087D2375}" dt="2024-10-08T17:52:02.962" v="707" actId="6549"/>
          <ac:spMkLst>
            <pc:docMk/>
            <pc:sldMk cId="3140883032" sldId="334"/>
            <ac:spMk id="3" creationId="{C05F96FA-F646-401F-8F5A-BCE1446F875F}"/>
          </ac:spMkLst>
        </pc:spChg>
      </pc:sldChg>
      <pc:sldChg chg="modSp add">
        <pc:chgData name="" userId="9a24253a5e4fde46" providerId="LiveId" clId="{D2CED0C1-E6F8-48A4-919F-6C15087D2375}" dt="2024-10-08T17:59:02.597" v="831" actId="6549"/>
        <pc:sldMkLst>
          <pc:docMk/>
          <pc:sldMk cId="98239159" sldId="335"/>
        </pc:sldMkLst>
        <pc:spChg chg="mod">
          <ac:chgData name="" userId="9a24253a5e4fde46" providerId="LiveId" clId="{D2CED0C1-E6F8-48A4-919F-6C15087D2375}" dt="2024-10-08T17:52:23.597" v="712" actId="27636"/>
          <ac:spMkLst>
            <pc:docMk/>
            <pc:sldMk cId="98239159" sldId="335"/>
            <ac:spMk id="2" creationId="{5C0711B3-F9C8-4C0B-96E0-7C1C5C58034B}"/>
          </ac:spMkLst>
        </pc:spChg>
        <pc:spChg chg="mod">
          <ac:chgData name="" userId="9a24253a5e4fde46" providerId="LiveId" clId="{D2CED0C1-E6F8-48A4-919F-6C15087D2375}" dt="2024-10-08T17:59:02.597" v="831" actId="6549"/>
          <ac:spMkLst>
            <pc:docMk/>
            <pc:sldMk cId="98239159" sldId="335"/>
            <ac:spMk id="3" creationId="{35FBBFA8-8AD5-46BF-B38B-3907E86C7F8B}"/>
          </ac:spMkLst>
        </pc:spChg>
      </pc:sldChg>
      <pc:sldChg chg="modSp add">
        <pc:chgData name="" userId="9a24253a5e4fde46" providerId="LiveId" clId="{D2CED0C1-E6F8-48A4-919F-6C15087D2375}" dt="2024-10-08T17:57:58.755" v="786" actId="20577"/>
        <pc:sldMkLst>
          <pc:docMk/>
          <pc:sldMk cId="743660757" sldId="336"/>
        </pc:sldMkLst>
        <pc:spChg chg="mod">
          <ac:chgData name="" userId="9a24253a5e4fde46" providerId="LiveId" clId="{D2CED0C1-E6F8-48A4-919F-6C15087D2375}" dt="2024-10-08T17:57:58.755" v="786" actId="20577"/>
          <ac:spMkLst>
            <pc:docMk/>
            <pc:sldMk cId="743660757" sldId="336"/>
            <ac:spMk id="2" creationId="{E860601F-30BD-467D-A1B6-01802B4416CF}"/>
          </ac:spMkLst>
        </pc:spChg>
        <pc:spChg chg="mod">
          <ac:chgData name="" userId="9a24253a5e4fde46" providerId="LiveId" clId="{D2CED0C1-E6F8-48A4-919F-6C15087D2375}" dt="2024-10-08T17:57:46.890" v="742" actId="27636"/>
          <ac:spMkLst>
            <pc:docMk/>
            <pc:sldMk cId="743660757" sldId="336"/>
            <ac:spMk id="3" creationId="{251CE9F8-0991-44F2-98F2-D57C8CE6615B}"/>
          </ac:spMkLst>
        </pc:spChg>
      </pc:sldChg>
      <pc:sldChg chg="modSp add">
        <pc:chgData name="" userId="9a24253a5e4fde46" providerId="LiveId" clId="{D2CED0C1-E6F8-48A4-919F-6C15087D2375}" dt="2024-10-08T17:58:39.766" v="811" actId="20577"/>
        <pc:sldMkLst>
          <pc:docMk/>
          <pc:sldMk cId="964832089" sldId="337"/>
        </pc:sldMkLst>
        <pc:spChg chg="mod">
          <ac:chgData name="" userId="9a24253a5e4fde46" providerId="LiveId" clId="{D2CED0C1-E6F8-48A4-919F-6C15087D2375}" dt="2024-10-08T17:58:26.643" v="808" actId="20577"/>
          <ac:spMkLst>
            <pc:docMk/>
            <pc:sldMk cId="964832089" sldId="337"/>
            <ac:spMk id="2" creationId="{9E18E998-93FC-4496-BFE9-79A929E6539B}"/>
          </ac:spMkLst>
        </pc:spChg>
        <pc:spChg chg="mod">
          <ac:chgData name="" userId="9a24253a5e4fde46" providerId="LiveId" clId="{D2CED0C1-E6F8-48A4-919F-6C15087D2375}" dt="2024-10-08T17:58:39.766" v="811" actId="20577"/>
          <ac:spMkLst>
            <pc:docMk/>
            <pc:sldMk cId="964832089" sldId="337"/>
            <ac:spMk id="3" creationId="{B24D963C-A65B-4A88-9B15-074E4C50831B}"/>
          </ac:spMkLst>
        </pc:spChg>
      </pc:sldChg>
      <pc:sldChg chg="modSp add">
        <pc:chgData name="" userId="9a24253a5e4fde46" providerId="LiveId" clId="{D2CED0C1-E6F8-48A4-919F-6C15087D2375}" dt="2024-10-10T16:33:04.781" v="880" actId="15"/>
        <pc:sldMkLst>
          <pc:docMk/>
          <pc:sldMk cId="2374093431" sldId="338"/>
        </pc:sldMkLst>
        <pc:spChg chg="mod">
          <ac:chgData name="" userId="9a24253a5e4fde46" providerId="LiveId" clId="{D2CED0C1-E6F8-48A4-919F-6C15087D2375}" dt="2024-10-10T16:31:18.666" v="850" actId="20577"/>
          <ac:spMkLst>
            <pc:docMk/>
            <pc:sldMk cId="2374093431" sldId="338"/>
            <ac:spMk id="2" creationId="{B25EB20A-7876-4B96-A7D2-ABC0C176E6AA}"/>
          </ac:spMkLst>
        </pc:spChg>
        <pc:spChg chg="mod">
          <ac:chgData name="" userId="9a24253a5e4fde46" providerId="LiveId" clId="{D2CED0C1-E6F8-48A4-919F-6C15087D2375}" dt="2024-10-10T16:33:04.781" v="880" actId="15"/>
          <ac:spMkLst>
            <pc:docMk/>
            <pc:sldMk cId="2374093431" sldId="338"/>
            <ac:spMk id="3" creationId="{A2F71CAB-52B1-4198-B633-E6C4B1F3EAF8}"/>
          </ac:spMkLst>
        </pc:spChg>
      </pc:sldChg>
      <pc:sldChg chg="modSp add">
        <pc:chgData name="" userId="9a24253a5e4fde46" providerId="LiveId" clId="{D2CED0C1-E6F8-48A4-919F-6C15087D2375}" dt="2024-10-10T16:44:07.201" v="926" actId="15"/>
        <pc:sldMkLst>
          <pc:docMk/>
          <pc:sldMk cId="1155594956" sldId="339"/>
        </pc:sldMkLst>
        <pc:spChg chg="mod">
          <ac:chgData name="" userId="9a24253a5e4fde46" providerId="LiveId" clId="{D2CED0C1-E6F8-48A4-919F-6C15087D2375}" dt="2024-10-10T16:42:54.160" v="905" actId="20577"/>
          <ac:spMkLst>
            <pc:docMk/>
            <pc:sldMk cId="1155594956" sldId="339"/>
            <ac:spMk id="2" creationId="{5831192A-97C9-47B4-9F6D-DCBA32F35216}"/>
          </ac:spMkLst>
        </pc:spChg>
        <pc:spChg chg="mod">
          <ac:chgData name="" userId="9a24253a5e4fde46" providerId="LiveId" clId="{D2CED0C1-E6F8-48A4-919F-6C15087D2375}" dt="2024-10-10T16:44:07.201" v="926" actId="15"/>
          <ac:spMkLst>
            <pc:docMk/>
            <pc:sldMk cId="1155594956" sldId="339"/>
            <ac:spMk id="3" creationId="{2D28F555-0984-49AE-B515-2B92C82E6232}"/>
          </ac:spMkLst>
        </pc:spChg>
      </pc:sldChg>
      <pc:sldChg chg="modSp add">
        <pc:chgData name="" userId="9a24253a5e4fde46" providerId="LiveId" clId="{D2CED0C1-E6F8-48A4-919F-6C15087D2375}" dt="2024-10-10T16:46:36.577" v="974" actId="15"/>
        <pc:sldMkLst>
          <pc:docMk/>
          <pc:sldMk cId="761973023" sldId="340"/>
        </pc:sldMkLst>
        <pc:spChg chg="mod">
          <ac:chgData name="" userId="9a24253a5e4fde46" providerId="LiveId" clId="{D2CED0C1-E6F8-48A4-919F-6C15087D2375}" dt="2024-10-10T16:45:09.776" v="951" actId="20577"/>
          <ac:spMkLst>
            <pc:docMk/>
            <pc:sldMk cId="761973023" sldId="340"/>
            <ac:spMk id="2" creationId="{0CCFC9A4-0040-4E5F-8F01-972EC0DEA49E}"/>
          </ac:spMkLst>
        </pc:spChg>
        <pc:spChg chg="mod">
          <ac:chgData name="" userId="9a24253a5e4fde46" providerId="LiveId" clId="{D2CED0C1-E6F8-48A4-919F-6C15087D2375}" dt="2024-10-10T16:46:36.577" v="974" actId="15"/>
          <ac:spMkLst>
            <pc:docMk/>
            <pc:sldMk cId="761973023" sldId="340"/>
            <ac:spMk id="3" creationId="{B560332D-EDD5-4F2D-8A5B-FCB337709075}"/>
          </ac:spMkLst>
        </pc:spChg>
      </pc:sldChg>
      <pc:sldChg chg="addSp delSp modSp add del">
        <pc:chgData name="" userId="9a24253a5e4fde46" providerId="LiveId" clId="{D2CED0C1-E6F8-48A4-919F-6C15087D2375}" dt="2024-10-10T17:22:14.896" v="1078" actId="2696"/>
        <pc:sldMkLst>
          <pc:docMk/>
          <pc:sldMk cId="2427590250" sldId="341"/>
        </pc:sldMkLst>
        <pc:spChg chg="del">
          <ac:chgData name="" userId="9a24253a5e4fde46" providerId="LiveId" clId="{D2CED0C1-E6F8-48A4-919F-6C15087D2375}" dt="2024-10-10T17:15:04.085" v="979"/>
          <ac:spMkLst>
            <pc:docMk/>
            <pc:sldMk cId="2427590250" sldId="341"/>
            <ac:spMk id="2" creationId="{458CD237-4EAE-4CFD-9CDE-947ADA118953}"/>
          </ac:spMkLst>
        </pc:spChg>
        <pc:spChg chg="del">
          <ac:chgData name="" userId="9a24253a5e4fde46" providerId="LiveId" clId="{D2CED0C1-E6F8-48A4-919F-6C15087D2375}" dt="2024-10-10T17:15:04.085" v="979"/>
          <ac:spMkLst>
            <pc:docMk/>
            <pc:sldMk cId="2427590250" sldId="341"/>
            <ac:spMk id="3" creationId="{F7A0E82F-8F14-4477-810D-59A0C98D8D9B}"/>
          </ac:spMkLst>
        </pc:spChg>
        <pc:spChg chg="add mod">
          <ac:chgData name="" userId="9a24253a5e4fde46" providerId="LiveId" clId="{D2CED0C1-E6F8-48A4-919F-6C15087D2375}" dt="2024-10-10T17:15:04.085" v="979"/>
          <ac:spMkLst>
            <pc:docMk/>
            <pc:sldMk cId="2427590250" sldId="341"/>
            <ac:spMk id="4" creationId="{7922DA2D-20D3-4E42-91FC-19C9BBBC7371}"/>
          </ac:spMkLst>
        </pc:spChg>
        <pc:spChg chg="add mod">
          <ac:chgData name="" userId="9a24253a5e4fde46" providerId="LiveId" clId="{D2CED0C1-E6F8-48A4-919F-6C15087D2375}" dt="2024-10-10T17:15:04.085" v="979"/>
          <ac:spMkLst>
            <pc:docMk/>
            <pc:sldMk cId="2427590250" sldId="341"/>
            <ac:spMk id="5" creationId="{EBB89E0C-0901-4F83-BCE5-C1890864AC05}"/>
          </ac:spMkLst>
        </pc:spChg>
      </pc:sldChg>
      <pc:sldChg chg="modSp add del modTransition">
        <pc:chgData name="" userId="9a24253a5e4fde46" providerId="LiveId" clId="{D2CED0C1-E6F8-48A4-919F-6C15087D2375}" dt="2024-10-10T17:18:04.178" v="984" actId="2696"/>
        <pc:sldMkLst>
          <pc:docMk/>
          <pc:sldMk cId="0" sldId="342"/>
        </pc:sldMkLst>
        <pc:spChg chg="mod">
          <ac:chgData name="" userId="9a24253a5e4fde46" providerId="LiveId" clId="{D2CED0C1-E6F8-48A4-919F-6C15087D2375}" dt="2024-10-10T17:17:41.911" v="981" actId="27636"/>
          <ac:spMkLst>
            <pc:docMk/>
            <pc:sldMk cId="0" sldId="342"/>
            <ac:spMk id="2" creationId="{00000000-0000-0000-0000-000000000000}"/>
          </ac:spMkLst>
        </pc:spChg>
      </pc:sldChg>
      <pc:sldChg chg="modSp add modTransition">
        <pc:chgData name="" userId="9a24253a5e4fde46" providerId="LiveId" clId="{D2CED0C1-E6F8-48A4-919F-6C15087D2375}" dt="2024-10-10T17:33:50.529" v="1125" actId="6549"/>
        <pc:sldMkLst>
          <pc:docMk/>
          <pc:sldMk cId="0" sldId="343"/>
        </pc:sldMkLst>
        <pc:spChg chg="mod">
          <ac:chgData name="" userId="9a24253a5e4fde46" providerId="LiveId" clId="{D2CED0C1-E6F8-48A4-919F-6C15087D2375}" dt="2024-10-10T17:33:50.529" v="1125" actId="6549"/>
          <ac:spMkLst>
            <pc:docMk/>
            <pc:sldMk cId="0" sldId="343"/>
            <ac:spMk id="3" creationId="{00000000-0000-0000-0000-000000000000}"/>
          </ac:spMkLst>
        </pc:spChg>
      </pc:sldChg>
      <pc:sldChg chg="modSp add modTransition">
        <pc:chgData name="" userId="9a24253a5e4fde46" providerId="LiveId" clId="{D2CED0C1-E6F8-48A4-919F-6C15087D2375}" dt="2024-10-10T17:34:59.995" v="1142" actId="15"/>
        <pc:sldMkLst>
          <pc:docMk/>
          <pc:sldMk cId="0" sldId="344"/>
        </pc:sldMkLst>
        <pc:spChg chg="mod">
          <ac:chgData name="" userId="9a24253a5e4fde46" providerId="LiveId" clId="{D2CED0C1-E6F8-48A4-919F-6C15087D2375}" dt="2024-10-10T17:34:59.995" v="1142" actId="15"/>
          <ac:spMkLst>
            <pc:docMk/>
            <pc:sldMk cId="0" sldId="344"/>
            <ac:spMk id="3" creationId="{00000000-0000-0000-0000-000000000000}"/>
          </ac:spMkLst>
        </pc:spChg>
      </pc:sldChg>
      <pc:sldChg chg="modSp add modTransition">
        <pc:chgData name="" userId="9a24253a5e4fde46" providerId="LiveId" clId="{D2CED0C1-E6F8-48A4-919F-6C15087D2375}" dt="2024-10-10T17:20:27.061" v="1038" actId="403"/>
        <pc:sldMkLst>
          <pc:docMk/>
          <pc:sldMk cId="0" sldId="345"/>
        </pc:sldMkLst>
        <pc:spChg chg="mod">
          <ac:chgData name="" userId="9a24253a5e4fde46" providerId="LiveId" clId="{D2CED0C1-E6F8-48A4-919F-6C15087D2375}" dt="2024-10-10T17:20:27.061" v="1038" actId="403"/>
          <ac:spMkLst>
            <pc:docMk/>
            <pc:sldMk cId="0" sldId="345"/>
            <ac:spMk id="3" creationId="{00000000-0000-0000-0000-000000000000}"/>
          </ac:spMkLst>
        </pc:spChg>
      </pc:sldChg>
      <pc:sldChg chg="modSp add modTransition">
        <pc:chgData name="" userId="9a24253a5e4fde46" providerId="LiveId" clId="{D2CED0C1-E6F8-48A4-919F-6C15087D2375}" dt="2024-10-10T17:21:26.812" v="1067" actId="27636"/>
        <pc:sldMkLst>
          <pc:docMk/>
          <pc:sldMk cId="0" sldId="346"/>
        </pc:sldMkLst>
        <pc:spChg chg="mod">
          <ac:chgData name="" userId="9a24253a5e4fde46" providerId="LiveId" clId="{D2CED0C1-E6F8-48A4-919F-6C15087D2375}" dt="2024-10-10T17:21:26.812" v="1067" actId="27636"/>
          <ac:spMkLst>
            <pc:docMk/>
            <pc:sldMk cId="0" sldId="346"/>
            <ac:spMk id="3" creationId="{00000000-0000-0000-0000-000000000000}"/>
          </ac:spMkLst>
        </pc:spChg>
      </pc:sldChg>
      <pc:sldChg chg="modSp add modTransition">
        <pc:chgData name="" userId="9a24253a5e4fde46" providerId="LiveId" clId="{D2CED0C1-E6F8-48A4-919F-6C15087D2375}" dt="2024-10-10T17:21:46.390" v="1073" actId="403"/>
        <pc:sldMkLst>
          <pc:docMk/>
          <pc:sldMk cId="0" sldId="347"/>
        </pc:sldMkLst>
        <pc:spChg chg="mod">
          <ac:chgData name="" userId="9a24253a5e4fde46" providerId="LiveId" clId="{D2CED0C1-E6F8-48A4-919F-6C15087D2375}" dt="2024-10-10T17:21:46.390" v="1073" actId="403"/>
          <ac:spMkLst>
            <pc:docMk/>
            <pc:sldMk cId="0" sldId="347"/>
            <ac:spMk id="3" creationId="{00000000-0000-0000-0000-000000000000}"/>
          </ac:spMkLst>
        </pc:spChg>
      </pc:sldChg>
      <pc:sldChg chg="modSp add del modTransition">
        <pc:chgData name="" userId="9a24253a5e4fde46" providerId="LiveId" clId="{D2CED0C1-E6F8-48A4-919F-6C15087D2375}" dt="2024-10-10T17:30:39.627" v="1088" actId="2696"/>
        <pc:sldMkLst>
          <pc:docMk/>
          <pc:sldMk cId="0" sldId="348"/>
        </pc:sldMkLst>
        <pc:spChg chg="mod">
          <ac:chgData name="" userId="9a24253a5e4fde46" providerId="LiveId" clId="{D2CED0C1-E6F8-48A4-919F-6C15087D2375}" dt="2024-10-10T17:30:10.116" v="1086" actId="27636"/>
          <ac:spMkLst>
            <pc:docMk/>
            <pc:sldMk cId="0" sldId="348"/>
            <ac:spMk id="2" creationId="{00000000-0000-0000-0000-000000000000}"/>
          </ac:spMkLst>
        </pc:spChg>
      </pc:sldChg>
      <pc:sldChg chg="modSp add modTransition">
        <pc:chgData name="" userId="9a24253a5e4fde46" providerId="LiveId" clId="{D2CED0C1-E6F8-48A4-919F-6C15087D2375}" dt="2024-10-10T17:30:47.680" v="1091" actId="403"/>
        <pc:sldMkLst>
          <pc:docMk/>
          <pc:sldMk cId="0" sldId="349"/>
        </pc:sldMkLst>
        <pc:spChg chg="mod">
          <ac:chgData name="" userId="9a24253a5e4fde46" providerId="LiveId" clId="{D2CED0C1-E6F8-48A4-919F-6C15087D2375}" dt="2024-10-10T17:30:47.680" v="1091" actId="403"/>
          <ac:spMkLst>
            <pc:docMk/>
            <pc:sldMk cId="0" sldId="349"/>
            <ac:spMk id="3" creationId="{00000000-0000-0000-0000-000000000000}"/>
          </ac:spMkLst>
        </pc:spChg>
      </pc:sldChg>
      <pc:sldChg chg="modSp add modTransition">
        <pc:chgData name="" userId="9a24253a5e4fde46" providerId="LiveId" clId="{D2CED0C1-E6F8-48A4-919F-6C15087D2375}" dt="2024-10-10T17:30:54.928" v="1094" actId="403"/>
        <pc:sldMkLst>
          <pc:docMk/>
          <pc:sldMk cId="0" sldId="350"/>
        </pc:sldMkLst>
        <pc:spChg chg="mod">
          <ac:chgData name="" userId="9a24253a5e4fde46" providerId="LiveId" clId="{D2CED0C1-E6F8-48A4-919F-6C15087D2375}" dt="2024-10-10T17:30:54.928" v="1094" actId="403"/>
          <ac:spMkLst>
            <pc:docMk/>
            <pc:sldMk cId="0" sldId="350"/>
            <ac:spMk id="3" creationId="{00000000-0000-0000-0000-000000000000}"/>
          </ac:spMkLst>
        </pc:spChg>
      </pc:sldChg>
      <pc:sldChg chg="modSp add modTransition">
        <pc:chgData name="" userId="9a24253a5e4fde46" providerId="LiveId" clId="{D2CED0C1-E6F8-48A4-919F-6C15087D2375}" dt="2024-10-10T17:31:01.480" v="1097" actId="403"/>
        <pc:sldMkLst>
          <pc:docMk/>
          <pc:sldMk cId="0" sldId="351"/>
        </pc:sldMkLst>
        <pc:spChg chg="mod">
          <ac:chgData name="" userId="9a24253a5e4fde46" providerId="LiveId" clId="{D2CED0C1-E6F8-48A4-919F-6C15087D2375}" dt="2024-10-10T17:31:01.480" v="1097" actId="403"/>
          <ac:spMkLst>
            <pc:docMk/>
            <pc:sldMk cId="0" sldId="351"/>
            <ac:spMk id="3" creationId="{00000000-0000-0000-0000-000000000000}"/>
          </ac:spMkLst>
        </pc:spChg>
      </pc:sldChg>
      <pc:sldChg chg="modSp add modTransition">
        <pc:chgData name="" userId="9a24253a5e4fde46" providerId="LiveId" clId="{D2CED0C1-E6F8-48A4-919F-6C15087D2375}" dt="2024-10-10T17:31:22.314" v="1101" actId="27636"/>
        <pc:sldMkLst>
          <pc:docMk/>
          <pc:sldMk cId="0" sldId="352"/>
        </pc:sldMkLst>
        <pc:spChg chg="mod">
          <ac:chgData name="" userId="9a24253a5e4fde46" providerId="LiveId" clId="{D2CED0C1-E6F8-48A4-919F-6C15087D2375}" dt="2024-10-10T17:31:22.314" v="1101" actId="27636"/>
          <ac:spMkLst>
            <pc:docMk/>
            <pc:sldMk cId="0" sldId="352"/>
            <ac:spMk id="3" creationId="{00000000-0000-0000-0000-000000000000}"/>
          </ac:spMkLst>
        </pc:spChg>
      </pc:sldChg>
      <pc:sldChg chg="modSp add modTransition">
        <pc:chgData name="" userId="9a24253a5e4fde46" providerId="LiveId" clId="{D2CED0C1-E6F8-48A4-919F-6C15087D2375}" dt="2024-10-10T17:31:33.410" v="1105" actId="27636"/>
        <pc:sldMkLst>
          <pc:docMk/>
          <pc:sldMk cId="0" sldId="353"/>
        </pc:sldMkLst>
        <pc:spChg chg="mod">
          <ac:chgData name="" userId="9a24253a5e4fde46" providerId="LiveId" clId="{D2CED0C1-E6F8-48A4-919F-6C15087D2375}" dt="2024-10-10T17:30:10.189" v="1087" actId="27636"/>
          <ac:spMkLst>
            <pc:docMk/>
            <pc:sldMk cId="0" sldId="353"/>
            <ac:spMk id="2" creationId="{00000000-0000-0000-0000-000000000000}"/>
          </ac:spMkLst>
        </pc:spChg>
        <pc:spChg chg="mod">
          <ac:chgData name="" userId="9a24253a5e4fde46" providerId="LiveId" clId="{D2CED0C1-E6F8-48A4-919F-6C15087D2375}" dt="2024-10-10T17:31:33.410" v="1105" actId="27636"/>
          <ac:spMkLst>
            <pc:docMk/>
            <pc:sldMk cId="0" sldId="353"/>
            <ac:spMk id="3" creationId="{00000000-0000-0000-0000-000000000000}"/>
          </ac:spMkLst>
        </pc:spChg>
      </pc:sldChg>
      <pc:sldChg chg="add del modTransition">
        <pc:chgData name="" userId="9a24253a5e4fde46" providerId="LiveId" clId="{D2CED0C1-E6F8-48A4-919F-6C15087D2375}" dt="2024-10-10T17:31:51.126" v="1107" actId="2696"/>
        <pc:sldMkLst>
          <pc:docMk/>
          <pc:sldMk cId="0" sldId="354"/>
        </pc:sldMkLst>
      </pc:sldChg>
      <pc:sldMasterChg chg="modTransition modSldLayout">
        <pc:chgData name="" userId="9a24253a5e4fde46" providerId="LiveId" clId="{D2CED0C1-E6F8-48A4-919F-6C15087D2375}" dt="2024-10-01T17:09:40.860" v="6"/>
        <pc:sldMasterMkLst>
          <pc:docMk/>
          <pc:sldMasterMk cId="2535479510" sldId="2147483783"/>
        </pc:sldMasterMkLst>
        <pc:sldLayoutChg chg="modTransition">
          <pc:chgData name="" userId="9a24253a5e4fde46" providerId="LiveId" clId="{D2CED0C1-E6F8-48A4-919F-6C15087D2375}" dt="2024-10-01T17:09:40.860" v="6"/>
          <pc:sldLayoutMkLst>
            <pc:docMk/>
            <pc:sldMasterMk cId="2535479510" sldId="2147483783"/>
            <pc:sldLayoutMk cId="3345962316" sldId="2147483784"/>
          </pc:sldLayoutMkLst>
        </pc:sldLayoutChg>
        <pc:sldLayoutChg chg="modTransition">
          <pc:chgData name="" userId="9a24253a5e4fde46" providerId="LiveId" clId="{D2CED0C1-E6F8-48A4-919F-6C15087D2375}" dt="2024-10-01T17:09:40.860" v="6"/>
          <pc:sldLayoutMkLst>
            <pc:docMk/>
            <pc:sldMasterMk cId="2535479510" sldId="2147483783"/>
            <pc:sldLayoutMk cId="405419228" sldId="2147483785"/>
          </pc:sldLayoutMkLst>
        </pc:sldLayoutChg>
        <pc:sldLayoutChg chg="modTransition">
          <pc:chgData name="" userId="9a24253a5e4fde46" providerId="LiveId" clId="{D2CED0C1-E6F8-48A4-919F-6C15087D2375}" dt="2024-10-01T17:09:40.860" v="6"/>
          <pc:sldLayoutMkLst>
            <pc:docMk/>
            <pc:sldMasterMk cId="2535479510" sldId="2147483783"/>
            <pc:sldLayoutMk cId="2646620236" sldId="2147483786"/>
          </pc:sldLayoutMkLst>
        </pc:sldLayoutChg>
        <pc:sldLayoutChg chg="modTransition">
          <pc:chgData name="" userId="9a24253a5e4fde46" providerId="LiveId" clId="{D2CED0C1-E6F8-48A4-919F-6C15087D2375}" dt="2024-10-01T17:09:40.860" v="6"/>
          <pc:sldLayoutMkLst>
            <pc:docMk/>
            <pc:sldMasterMk cId="2535479510" sldId="2147483783"/>
            <pc:sldLayoutMk cId="1845033794" sldId="2147483787"/>
          </pc:sldLayoutMkLst>
        </pc:sldLayoutChg>
        <pc:sldLayoutChg chg="modTransition">
          <pc:chgData name="" userId="9a24253a5e4fde46" providerId="LiveId" clId="{D2CED0C1-E6F8-48A4-919F-6C15087D2375}" dt="2024-10-01T17:09:40.860" v="6"/>
          <pc:sldLayoutMkLst>
            <pc:docMk/>
            <pc:sldMasterMk cId="2535479510" sldId="2147483783"/>
            <pc:sldLayoutMk cId="103505138" sldId="2147483788"/>
          </pc:sldLayoutMkLst>
        </pc:sldLayoutChg>
        <pc:sldLayoutChg chg="modTransition">
          <pc:chgData name="" userId="9a24253a5e4fde46" providerId="LiveId" clId="{D2CED0C1-E6F8-48A4-919F-6C15087D2375}" dt="2024-10-01T17:09:40.860" v="6"/>
          <pc:sldLayoutMkLst>
            <pc:docMk/>
            <pc:sldMasterMk cId="2535479510" sldId="2147483783"/>
            <pc:sldLayoutMk cId="2071682080" sldId="2147483789"/>
          </pc:sldLayoutMkLst>
        </pc:sldLayoutChg>
        <pc:sldLayoutChg chg="modTransition">
          <pc:chgData name="" userId="9a24253a5e4fde46" providerId="LiveId" clId="{D2CED0C1-E6F8-48A4-919F-6C15087D2375}" dt="2024-10-01T17:09:40.860" v="6"/>
          <pc:sldLayoutMkLst>
            <pc:docMk/>
            <pc:sldMasterMk cId="2535479510" sldId="2147483783"/>
            <pc:sldLayoutMk cId="2530072592" sldId="2147483790"/>
          </pc:sldLayoutMkLst>
        </pc:sldLayoutChg>
        <pc:sldLayoutChg chg="modTransition">
          <pc:chgData name="" userId="9a24253a5e4fde46" providerId="LiveId" clId="{D2CED0C1-E6F8-48A4-919F-6C15087D2375}" dt="2024-10-01T17:09:40.860" v="6"/>
          <pc:sldLayoutMkLst>
            <pc:docMk/>
            <pc:sldMasterMk cId="2535479510" sldId="2147483783"/>
            <pc:sldLayoutMk cId="839988407" sldId="2147483791"/>
          </pc:sldLayoutMkLst>
        </pc:sldLayoutChg>
        <pc:sldLayoutChg chg="modTransition">
          <pc:chgData name="" userId="9a24253a5e4fde46" providerId="LiveId" clId="{D2CED0C1-E6F8-48A4-919F-6C15087D2375}" dt="2024-10-01T17:09:40.860" v="6"/>
          <pc:sldLayoutMkLst>
            <pc:docMk/>
            <pc:sldMasterMk cId="2535479510" sldId="2147483783"/>
            <pc:sldLayoutMk cId="386254530" sldId="2147483792"/>
          </pc:sldLayoutMkLst>
        </pc:sldLayoutChg>
        <pc:sldLayoutChg chg="modTransition">
          <pc:chgData name="" userId="9a24253a5e4fde46" providerId="LiveId" clId="{D2CED0C1-E6F8-48A4-919F-6C15087D2375}" dt="2024-10-01T17:09:40.860" v="6"/>
          <pc:sldLayoutMkLst>
            <pc:docMk/>
            <pc:sldMasterMk cId="2535479510" sldId="2147483783"/>
            <pc:sldLayoutMk cId="1944355670" sldId="2147483799"/>
          </pc:sldLayoutMkLst>
        </pc:sldLayoutChg>
        <pc:sldLayoutChg chg="modTransition">
          <pc:chgData name="" userId="9a24253a5e4fde46" providerId="LiveId" clId="{D2CED0C1-E6F8-48A4-919F-6C15087D2375}" dt="2024-10-01T17:09:40.860" v="6"/>
          <pc:sldLayoutMkLst>
            <pc:docMk/>
            <pc:sldMasterMk cId="2535479510" sldId="2147483783"/>
            <pc:sldLayoutMk cId="2397039717" sldId="2147483800"/>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5478D8CC-151A-4021-8D08-34B5FD50CA80}" type="datetimeFigureOut">
              <a:rPr lang="en-US" smtClean="0"/>
              <a:pPr/>
              <a:t>10/10/2024</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4B68BCFB-50BB-4C76-8BC2-A39BA1731F68}" type="slidenum">
              <a:rPr lang="en-US" smtClean="0"/>
              <a:pPr/>
              <a:t>‹#›</a:t>
            </a:fld>
            <a:endParaRPr lang="en-US"/>
          </a:p>
        </p:txBody>
      </p:sp>
    </p:spTree>
    <p:extLst>
      <p:ext uri="{BB962C8B-B14F-4D97-AF65-F5344CB8AC3E}">
        <p14:creationId xmlns:p14="http://schemas.microsoft.com/office/powerpoint/2010/main" val="785776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F4E15E6-B3D6-4724-AD74-57E212320DD7}" type="datetimeFigureOut">
              <a:rPr lang="en-US" smtClean="0"/>
              <a:pPr/>
              <a:t>10/10/2024</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87564812-A2F9-4489-AFB9-D023677C38F6}" type="slidenum">
              <a:rPr lang="en-US" smtClean="0"/>
              <a:pPr/>
              <a:t>‹#›</a:t>
            </a:fld>
            <a:endParaRPr lang="en-US"/>
          </a:p>
        </p:txBody>
      </p:sp>
    </p:spTree>
    <p:extLst>
      <p:ext uri="{BB962C8B-B14F-4D97-AF65-F5344CB8AC3E}">
        <p14:creationId xmlns:p14="http://schemas.microsoft.com/office/powerpoint/2010/main" val="3323149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wmf.org/project/da-qin-christian-pagoda-and-monastery"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enseofpurpose.org/resources/topic/well-being/mudra/"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tricycle.org/magazine/mudra/" TargetMode="External"/><Relationship Id="rId4" Type="http://schemas.openxmlformats.org/officeDocument/2006/relationships/hyperlink" Target="https://www.lotus-happiness.com/10-buddhist-mudras-meanings/"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blogs.smithsonianmag.com/history/2012/08/the-demonization-of-empress-wu/#ixzz2hF3RoeOj"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ec.tynt.com/b/rw?id=cd5NqsI_0r3Qffab7jrHtB&amp;u=SmithsonianMag"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564812-A2F9-4489-AFB9-D023677C38F6}" type="slidenum">
              <a:rPr lang="en-US" smtClean="0"/>
              <a:pPr/>
              <a:t>1</a:t>
            </a:fld>
            <a:endParaRPr lang="en-US"/>
          </a:p>
        </p:txBody>
      </p:sp>
    </p:spTree>
    <p:extLst>
      <p:ext uri="{BB962C8B-B14F-4D97-AF65-F5344CB8AC3E}">
        <p14:creationId xmlns:p14="http://schemas.microsoft.com/office/powerpoint/2010/main" val="1690508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4</a:t>
            </a:fld>
            <a:endParaRPr lang="en-US"/>
          </a:p>
        </p:txBody>
      </p:sp>
    </p:spTree>
    <p:extLst>
      <p:ext uri="{BB962C8B-B14F-4D97-AF65-F5344CB8AC3E}">
        <p14:creationId xmlns:p14="http://schemas.microsoft.com/office/powerpoint/2010/main" val="1671395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21 min</a:t>
            </a:r>
          </a:p>
        </p:txBody>
      </p:sp>
      <p:sp>
        <p:nvSpPr>
          <p:cNvPr id="4" name="Slide Number Placeholder 3"/>
          <p:cNvSpPr>
            <a:spLocks noGrp="1"/>
          </p:cNvSpPr>
          <p:nvPr>
            <p:ph type="sldNum" sz="quarter" idx="5"/>
          </p:nvPr>
        </p:nvSpPr>
        <p:spPr/>
        <p:txBody>
          <a:bodyPr/>
          <a:lstStyle/>
          <a:p>
            <a:fld id="{87564812-A2F9-4489-AFB9-D023677C38F6}" type="slidenum">
              <a:rPr lang="en-US" smtClean="0"/>
              <a:pPr/>
              <a:t>5</a:t>
            </a:fld>
            <a:endParaRPr lang="en-US"/>
          </a:p>
        </p:txBody>
      </p:sp>
    </p:spTree>
    <p:extLst>
      <p:ext uri="{BB962C8B-B14F-4D97-AF65-F5344CB8AC3E}">
        <p14:creationId xmlns:p14="http://schemas.microsoft.com/office/powerpoint/2010/main" val="357362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6</a:t>
            </a:fld>
            <a:endParaRPr lang="en-US"/>
          </a:p>
        </p:txBody>
      </p:sp>
    </p:spTree>
    <p:extLst>
      <p:ext uri="{BB962C8B-B14F-4D97-AF65-F5344CB8AC3E}">
        <p14:creationId xmlns:p14="http://schemas.microsoft.com/office/powerpoint/2010/main" val="1576057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dirty="0" err="1"/>
              <a:t>Taizong</a:t>
            </a:r>
            <a:r>
              <a:rPr lang="en-US" baseline="0" dirty="0"/>
              <a:t> broadened the geographical composition of the bureaucracy by including men from areas other than his native northwest, but government remained in hands of well born.</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87564812-A2F9-4489-AFB9-D023677C38F6}" type="slidenum">
              <a:rPr lang="en-US" smtClean="0"/>
              <a:pPr/>
              <a:t>14</a:t>
            </a:fld>
            <a:endParaRPr lang="en-US"/>
          </a:p>
        </p:txBody>
      </p:sp>
    </p:spTree>
    <p:extLst>
      <p:ext uri="{BB962C8B-B14F-4D97-AF65-F5344CB8AC3E}">
        <p14:creationId xmlns:p14="http://schemas.microsoft.com/office/powerpoint/2010/main" val="656362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564812-A2F9-4489-AFB9-D023677C38F6}" type="slidenum">
              <a:rPr lang="en-US" smtClean="0"/>
              <a:pPr/>
              <a:t>15</a:t>
            </a:fld>
            <a:endParaRPr lang="en-US"/>
          </a:p>
        </p:txBody>
      </p:sp>
    </p:spTree>
    <p:extLst>
      <p:ext uri="{BB962C8B-B14F-4D97-AF65-F5344CB8AC3E}">
        <p14:creationId xmlns:p14="http://schemas.microsoft.com/office/powerpoint/2010/main" val="851674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19</a:t>
            </a:fld>
            <a:endParaRPr lang="en-US"/>
          </a:p>
        </p:txBody>
      </p:sp>
    </p:spTree>
    <p:extLst>
      <p:ext uri="{BB962C8B-B14F-4D97-AF65-F5344CB8AC3E}">
        <p14:creationId xmlns:p14="http://schemas.microsoft.com/office/powerpoint/2010/main" val="1356218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20</a:t>
            </a:fld>
            <a:endParaRPr lang="en-US"/>
          </a:p>
        </p:txBody>
      </p:sp>
    </p:spTree>
    <p:extLst>
      <p:ext uri="{BB962C8B-B14F-4D97-AF65-F5344CB8AC3E}">
        <p14:creationId xmlns:p14="http://schemas.microsoft.com/office/powerpoint/2010/main" val="4020638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21</a:t>
            </a:fld>
            <a:endParaRPr lang="en-US"/>
          </a:p>
        </p:txBody>
      </p:sp>
    </p:spTree>
    <p:extLst>
      <p:ext uri="{BB962C8B-B14F-4D97-AF65-F5344CB8AC3E}">
        <p14:creationId xmlns:p14="http://schemas.microsoft.com/office/powerpoint/2010/main" val="2888614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C0879B-64F8-4590-8284-ABFF7F8EB950}" type="slidenum">
              <a:rPr lang="en-US" smtClean="0"/>
              <a:pPr/>
              <a:t>22</a:t>
            </a:fld>
            <a:endParaRPr lang="en-US"/>
          </a:p>
        </p:txBody>
      </p:sp>
    </p:spTree>
    <p:extLst>
      <p:ext uri="{BB962C8B-B14F-4D97-AF65-F5344CB8AC3E}">
        <p14:creationId xmlns:p14="http://schemas.microsoft.com/office/powerpoint/2010/main" val="3725807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hlinkClick r:id="rId3"/>
              </a:rPr>
              <a:t>https://www.wmf.org/project/da-qin-christian-pagoda-and-monastery</a:t>
            </a:r>
            <a:endParaRPr lang="en-US" dirty="0"/>
          </a:p>
          <a:p>
            <a:endParaRPr lang="en-US" dirty="0"/>
          </a:p>
          <a:p>
            <a:r>
              <a:rPr lang="en-US" sz="1200" b="0" i="0" kern="1200" dirty="0">
                <a:solidFill>
                  <a:schemeClr val="tx1"/>
                </a:solidFill>
                <a:effectLst/>
                <a:latin typeface="+mn-lt"/>
                <a:ea typeface="+mn-ea"/>
                <a:cs typeface="+mn-cs"/>
              </a:rPr>
              <a:t>The earliest surviving church in China, the Da Qin Pagoda and Monastery were constructed at a time when Christianity was spreading to the east, introduced by the Nestorians in the early-seventh century A.D. Among the relics preserved within the pagoda are a nativity scene executed in mud and plaster; a statue depicting Jonah lying beneath the walls of Nineveh, which represents a fusion of Chinese and Western artistic traditions; and Syriac graffiti etched into the walls. The pagoda and monastery – only traces remain of the latter – were abandoned ca. 845 as a result of persecution.</a:t>
            </a:r>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23</a:t>
            </a:fld>
            <a:endParaRPr lang="en-US"/>
          </a:p>
        </p:txBody>
      </p:sp>
    </p:spTree>
    <p:extLst>
      <p:ext uri="{BB962C8B-B14F-4D97-AF65-F5344CB8AC3E}">
        <p14:creationId xmlns:p14="http://schemas.microsoft.com/office/powerpoint/2010/main" val="396372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hlinkClick r:id="rId3"/>
              </a:rPr>
              <a:t>https://senseofpurpose.org/resources/topic/well-being/mudra/</a:t>
            </a:r>
            <a:endParaRPr lang="en-US" dirty="0"/>
          </a:p>
          <a:p>
            <a:r>
              <a:rPr lang="en-US" dirty="0">
                <a:hlinkClick r:id="rId4"/>
              </a:rPr>
              <a:t>https://www.lotus-happiness.com/10-buddhist-mudras-meanings/</a:t>
            </a:r>
            <a:endParaRPr lang="en-US" dirty="0"/>
          </a:p>
          <a:p>
            <a:r>
              <a:rPr lang="en-US" dirty="0">
                <a:hlinkClick r:id="rId5"/>
              </a:rPr>
              <a:t>https://tricycle.org/magazine/mudra/</a:t>
            </a:r>
            <a:endParaRPr lang="en-US" dirty="0"/>
          </a:p>
        </p:txBody>
      </p:sp>
      <p:sp>
        <p:nvSpPr>
          <p:cNvPr id="4" name="Slide Number Placeholder 3"/>
          <p:cNvSpPr>
            <a:spLocks noGrp="1"/>
          </p:cNvSpPr>
          <p:nvPr>
            <p:ph type="sldNum" sz="quarter" idx="5"/>
          </p:nvPr>
        </p:nvSpPr>
        <p:spPr/>
        <p:txBody>
          <a:bodyPr/>
          <a:lstStyle/>
          <a:p>
            <a:fld id="{15913BBD-241E-4341-B874-C5E50AC25FB1}" type="slidenum">
              <a:rPr lang="en-US" smtClean="0"/>
              <a:t>34</a:t>
            </a:fld>
            <a:endParaRPr lang="en-US"/>
          </a:p>
        </p:txBody>
      </p:sp>
    </p:spTree>
    <p:extLst>
      <p:ext uri="{BB962C8B-B14F-4D97-AF65-F5344CB8AC3E}">
        <p14:creationId xmlns:p14="http://schemas.microsoft.com/office/powerpoint/2010/main" val="3458734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https://youtu.be/IYVcjFhpsHc</a:t>
            </a:r>
          </a:p>
        </p:txBody>
      </p:sp>
      <p:sp>
        <p:nvSpPr>
          <p:cNvPr id="4" name="Slide Number Placeholder 3"/>
          <p:cNvSpPr>
            <a:spLocks noGrp="1"/>
          </p:cNvSpPr>
          <p:nvPr>
            <p:ph type="sldNum" sz="quarter" idx="5"/>
          </p:nvPr>
        </p:nvSpPr>
        <p:spPr/>
        <p:txBody>
          <a:bodyPr/>
          <a:lstStyle/>
          <a:p>
            <a:fld id="{15913BBD-241E-4341-B874-C5E50AC25FB1}" type="slidenum">
              <a:rPr lang="en-US" smtClean="0"/>
              <a:t>35</a:t>
            </a:fld>
            <a:endParaRPr lang="en-US"/>
          </a:p>
        </p:txBody>
      </p:sp>
    </p:spTree>
    <p:extLst>
      <p:ext uri="{BB962C8B-B14F-4D97-AF65-F5344CB8AC3E}">
        <p14:creationId xmlns:p14="http://schemas.microsoft.com/office/powerpoint/2010/main" val="291966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dirty="0"/>
              <a:t>Sui abolished nine-rank</a:t>
            </a:r>
            <a:r>
              <a:rPr lang="en-US" baseline="0" dirty="0"/>
              <a:t> system; many families devastated by wars of the 6</a:t>
            </a:r>
            <a:r>
              <a:rPr lang="en-US" baseline="30000" dirty="0"/>
              <a:t>th</a:t>
            </a:r>
            <a:r>
              <a:rPr lang="en-US" baseline="0" dirty="0"/>
              <a:t> century, resulted in deaths of 1000s of members of elite families.</a:t>
            </a:r>
            <a:endParaRPr lang="en-US" baseline="0"/>
          </a:p>
          <a:p>
            <a:endParaRPr lang="en-US" dirty="0"/>
          </a:p>
        </p:txBody>
      </p:sp>
      <p:sp>
        <p:nvSpPr>
          <p:cNvPr id="4" name="Slide Number Placeholder 3"/>
          <p:cNvSpPr>
            <a:spLocks noGrp="1"/>
          </p:cNvSpPr>
          <p:nvPr>
            <p:ph type="sldNum" sz="quarter" idx="10"/>
          </p:nvPr>
        </p:nvSpPr>
        <p:spPr/>
        <p:txBody>
          <a:bodyPr/>
          <a:lstStyle/>
          <a:p>
            <a:fld id="{93C0879B-64F8-4590-8284-ABFF7F8EB950}" type="slidenum">
              <a:rPr lang="en-US" smtClean="0"/>
              <a:pPr/>
              <a:t>40</a:t>
            </a:fld>
            <a:endParaRPr lang="en-US"/>
          </a:p>
        </p:txBody>
      </p:sp>
    </p:spTree>
    <p:extLst>
      <p:ext uri="{BB962C8B-B14F-4D97-AF65-F5344CB8AC3E}">
        <p14:creationId xmlns:p14="http://schemas.microsoft.com/office/powerpoint/2010/main" val="3435669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dirty="0"/>
              <a:t>Sui abolished nine-rank</a:t>
            </a:r>
            <a:r>
              <a:rPr lang="en-US" baseline="0" dirty="0"/>
              <a:t> system; many families devastated by wars of the 6</a:t>
            </a:r>
            <a:r>
              <a:rPr lang="en-US" baseline="30000" dirty="0"/>
              <a:t>th</a:t>
            </a:r>
            <a:r>
              <a:rPr lang="en-US" baseline="0" dirty="0"/>
              <a:t> century, resulted in deaths of 1000s of members of elite families.</a:t>
            </a:r>
            <a:endParaRPr lang="en-US" baseline="0"/>
          </a:p>
          <a:p>
            <a:endParaRPr lang="en-US" dirty="0"/>
          </a:p>
        </p:txBody>
      </p:sp>
      <p:sp>
        <p:nvSpPr>
          <p:cNvPr id="4" name="Slide Number Placeholder 3"/>
          <p:cNvSpPr>
            <a:spLocks noGrp="1"/>
          </p:cNvSpPr>
          <p:nvPr>
            <p:ph type="sldNum" sz="quarter" idx="10"/>
          </p:nvPr>
        </p:nvSpPr>
        <p:spPr/>
        <p:txBody>
          <a:bodyPr/>
          <a:lstStyle/>
          <a:p>
            <a:fld id="{93C0879B-64F8-4590-8284-ABFF7F8EB950}" type="slidenum">
              <a:rPr lang="en-US" smtClean="0"/>
              <a:pPr/>
              <a:t>41</a:t>
            </a:fld>
            <a:endParaRPr lang="en-US"/>
          </a:p>
        </p:txBody>
      </p:sp>
    </p:spTree>
    <p:extLst>
      <p:ext uri="{BB962C8B-B14F-4D97-AF65-F5344CB8AC3E}">
        <p14:creationId xmlns:p14="http://schemas.microsoft.com/office/powerpoint/2010/main" val="198809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dirty="0"/>
              <a:t>Li Tai, the fourth son of Emperor </a:t>
            </a:r>
            <a:r>
              <a:rPr lang="en-US" dirty="0" err="1"/>
              <a:t>Taizong</a:t>
            </a:r>
            <a:r>
              <a:rPr lang="en-US" dirty="0"/>
              <a:t>, was involved in several court intrigues primarily aimed at discrediting his older brother, Crown Prince Li </a:t>
            </a:r>
            <a:r>
              <a:rPr lang="en-US" dirty="0" err="1"/>
              <a:t>Chengqian</a:t>
            </a:r>
            <a:r>
              <a:rPr lang="en-US" dirty="0"/>
              <a:t>. Li Tai sought to gain favor and potentially replace </a:t>
            </a:r>
            <a:r>
              <a:rPr lang="en-US" dirty="0" err="1"/>
              <a:t>Chengqian</a:t>
            </a:r>
            <a:r>
              <a:rPr lang="en-US" dirty="0"/>
              <a:t> as the heir. He actively undermined </a:t>
            </a:r>
            <a:r>
              <a:rPr lang="en-US" dirty="0" err="1"/>
              <a:t>Chengqian</a:t>
            </a:r>
            <a:r>
              <a:rPr lang="en-US" dirty="0"/>
              <a:t> by creating factions within the court, spreading rumors, and attempting to manipulate </a:t>
            </a:r>
            <a:r>
              <a:rPr lang="en-US" dirty="0" err="1"/>
              <a:t>Taizong’s</a:t>
            </a:r>
            <a:r>
              <a:rPr lang="en-US" dirty="0"/>
              <a:t> advisors to view his brother as incapable. This intense rivalry and political maneuvering ultimately destabilized the succession process, leading Emperor </a:t>
            </a:r>
            <a:r>
              <a:rPr lang="en-US" dirty="0" err="1"/>
              <a:t>Taizong</a:t>
            </a:r>
            <a:r>
              <a:rPr lang="en-US" dirty="0"/>
              <a:t> to remove both Li </a:t>
            </a:r>
            <a:r>
              <a:rPr lang="en-US" dirty="0" err="1"/>
              <a:t>Chengqian</a:t>
            </a:r>
            <a:r>
              <a:rPr lang="en-US" dirty="0"/>
              <a:t> and Li Tai from succession consideration. This left Li </a:t>
            </a:r>
            <a:r>
              <a:rPr lang="en-US" dirty="0" err="1"/>
              <a:t>Zhi</a:t>
            </a:r>
            <a:r>
              <a:rPr lang="en-US" dirty="0"/>
              <a:t>, a less politically entangled candidate, to become Emperor </a:t>
            </a:r>
            <a:r>
              <a:rPr lang="en-US" dirty="0" err="1"/>
              <a:t>Gaozong</a:t>
            </a:r>
            <a:r>
              <a:rPr lang="en-US" dirty="0"/>
              <a:t>.</a:t>
            </a:r>
          </a:p>
        </p:txBody>
      </p:sp>
      <p:sp>
        <p:nvSpPr>
          <p:cNvPr id="4" name="Slide Number Placeholder 3"/>
          <p:cNvSpPr>
            <a:spLocks noGrp="1"/>
          </p:cNvSpPr>
          <p:nvPr>
            <p:ph type="sldNum" sz="quarter" idx="10"/>
          </p:nvPr>
        </p:nvSpPr>
        <p:spPr/>
        <p:txBody>
          <a:bodyPr/>
          <a:lstStyle/>
          <a:p>
            <a:fld id="{87564812-A2F9-4489-AFB9-D023677C38F6}" type="slidenum">
              <a:rPr lang="en-US" smtClean="0"/>
              <a:pPr/>
              <a:t>44</a:t>
            </a:fld>
            <a:endParaRPr lang="en-US"/>
          </a:p>
        </p:txBody>
      </p:sp>
    </p:spTree>
    <p:extLst>
      <p:ext uri="{BB962C8B-B14F-4D97-AF65-F5344CB8AC3E}">
        <p14:creationId xmlns:p14="http://schemas.microsoft.com/office/powerpoint/2010/main" val="550513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564812-A2F9-4489-AFB9-D023677C38F6}" type="slidenum">
              <a:rPr lang="en-US" smtClean="0"/>
              <a:pPr/>
              <a:t>45</a:t>
            </a:fld>
            <a:endParaRPr lang="en-US"/>
          </a:p>
        </p:txBody>
      </p:sp>
    </p:spTree>
    <p:extLst>
      <p:ext uri="{BB962C8B-B14F-4D97-AF65-F5344CB8AC3E}">
        <p14:creationId xmlns:p14="http://schemas.microsoft.com/office/powerpoint/2010/main" val="365993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Ordered temples set up in every province to expound the </a:t>
            </a:r>
            <a:r>
              <a:rPr lang="en-US" baseline="0" dirty="0" err="1"/>
              <a:t>Dayunjing</a:t>
            </a:r>
            <a:r>
              <a:rPr lang="en-US" baseline="0" dirty="0"/>
              <a:t>, a sutra </a:t>
            </a:r>
            <a:r>
              <a:rPr lang="en-US" baseline="0" dirty="0" err="1"/>
              <a:t>propheizing</a:t>
            </a:r>
            <a:r>
              <a:rPr lang="en-US" baseline="0" dirty="0"/>
              <a:t> the appearance of a female ruler.  Patronage extends to other temples and sects; much of the work done at the </a:t>
            </a:r>
            <a:r>
              <a:rPr lang="en-US" baseline="0" dirty="0" err="1"/>
              <a:t>Longmen</a:t>
            </a:r>
            <a:r>
              <a:rPr lang="en-US" baseline="0" dirty="0"/>
              <a:t> caves was done under reign.</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87564812-A2F9-4489-AFB9-D023677C38F6}" type="slidenum">
              <a:rPr lang="en-US" smtClean="0"/>
              <a:pPr/>
              <a:t>46</a:t>
            </a:fld>
            <a:endParaRPr lang="en-US"/>
          </a:p>
        </p:txBody>
      </p:sp>
    </p:spTree>
    <p:extLst>
      <p:ext uri="{BB962C8B-B14F-4D97-AF65-F5344CB8AC3E}">
        <p14:creationId xmlns:p14="http://schemas.microsoft.com/office/powerpoint/2010/main" val="2325213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Wu </a:t>
            </a:r>
            <a:r>
              <a:rPr lang="en-US" dirty="0" err="1"/>
              <a:t>Zetian</a:t>
            </a:r>
            <a:r>
              <a:rPr lang="en-US" dirty="0"/>
              <a:t> demonstrated strong leadership skills and effectively consolidated power to stabilize her rule.</a:t>
            </a:r>
          </a:p>
          <a:p>
            <a:endParaRPr lang="en-US" dirty="0"/>
          </a:p>
          <a:p>
            <a:r>
              <a:rPr lang="en-US" dirty="0"/>
              <a:t>While known as a capable ruler, Wu </a:t>
            </a:r>
            <a:r>
              <a:rPr lang="en-US" dirty="0" err="1"/>
              <a:t>Zetian</a:t>
            </a:r>
            <a:r>
              <a:rPr lang="en-US" dirty="0"/>
              <a:t> also employed harsh measures, including a secret police force, to eliminate political rivals and maintain authority.</a:t>
            </a:r>
          </a:p>
          <a:p>
            <a:endParaRPr lang="en-US" dirty="0"/>
          </a:p>
          <a:p>
            <a:r>
              <a:rPr lang="en-US" dirty="0"/>
              <a:t>During the 690s, Wu </a:t>
            </a:r>
            <a:r>
              <a:rPr lang="en-US" dirty="0" err="1"/>
              <a:t>Zetian</a:t>
            </a:r>
            <a:r>
              <a:rPr lang="en-US" dirty="0"/>
              <a:t> was known to use extreme tactics to consolidate her power and eliminate threats. Historical sources indicate that a significant number of high-ranking officials, possibly around 36, were executed or coerced into committing suicide due to accusations of conspiracy or disloyalty. Furthermore, the punishment often extended to their families, who could be enslaved or otherwise severely penalized.</a:t>
            </a:r>
          </a:p>
          <a:p>
            <a:r>
              <a:rPr lang="en-US" dirty="0"/>
              <a:t>This approach was part of Wu </a:t>
            </a:r>
            <a:r>
              <a:rPr lang="en-US" dirty="0" err="1"/>
              <a:t>Zetian's</a:t>
            </a:r>
            <a:r>
              <a:rPr lang="en-US" dirty="0"/>
              <a:t> broader strategy to eliminate political opposition and maintain her authority, and it reflects the atmosphere of fear and control that characterized parts of her reign. However, some of these numbers might be exaggerated by her critics, as many historical accounts of Wu </a:t>
            </a:r>
            <a:r>
              <a:rPr lang="en-US" dirty="0" err="1"/>
              <a:t>Zetian</a:t>
            </a:r>
            <a:r>
              <a:rPr lang="en-US" dirty="0"/>
              <a:t> were written by later historians who had biases against her due to her unprecedented role as a female ruler.</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Read more: </a:t>
            </a:r>
            <a:r>
              <a:rPr lang="en-US" sz="1200" b="0" i="0" u="none" strike="noStrike" kern="1200" dirty="0">
                <a:solidFill>
                  <a:schemeClr val="tx1"/>
                </a:solidFill>
                <a:effectLst/>
                <a:latin typeface="+mn-lt"/>
                <a:ea typeface="+mn-ea"/>
                <a:cs typeface="+mn-cs"/>
                <a:hlinkClick r:id="rId3"/>
              </a:rPr>
              <a:t>http://blogs.smithsonianmag.com/history/2012/08/the-demonization-of-empress-wu/#ixzz2hF3RoeOj</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Follow us: </a:t>
            </a:r>
            <a:r>
              <a:rPr lang="en-US" sz="1200" b="0" i="0" u="none" strike="noStrike" kern="1200" dirty="0">
                <a:solidFill>
                  <a:schemeClr val="tx1"/>
                </a:solidFill>
                <a:effectLst/>
                <a:latin typeface="+mn-lt"/>
                <a:ea typeface="+mn-ea"/>
                <a:cs typeface="+mn-cs"/>
                <a:hlinkClick r:id="rId4"/>
              </a:rPr>
              <a:t>@</a:t>
            </a:r>
            <a:r>
              <a:rPr lang="en-US" sz="1200" b="0" i="0" u="none" strike="noStrike" kern="1200" dirty="0" err="1">
                <a:solidFill>
                  <a:schemeClr val="tx1"/>
                </a:solidFill>
                <a:effectLst/>
                <a:latin typeface="+mn-lt"/>
                <a:ea typeface="+mn-ea"/>
                <a:cs typeface="+mn-cs"/>
                <a:hlinkClick r:id="rId4"/>
              </a:rPr>
              <a:t>SmithsonianMag</a:t>
            </a:r>
            <a:r>
              <a:rPr lang="en-US" sz="1200" b="0" i="0" u="none" strike="noStrike" kern="1200" dirty="0">
                <a:solidFill>
                  <a:schemeClr val="tx1"/>
                </a:solidFill>
                <a:effectLst/>
                <a:latin typeface="+mn-lt"/>
                <a:ea typeface="+mn-ea"/>
                <a:cs typeface="+mn-cs"/>
                <a:hlinkClick r:id="rId4"/>
              </a:rPr>
              <a:t> on Twitter</a:t>
            </a:r>
            <a:endParaRPr lang="en-US" dirty="0"/>
          </a:p>
        </p:txBody>
      </p:sp>
      <p:sp>
        <p:nvSpPr>
          <p:cNvPr id="4" name="Slide Number Placeholder 3"/>
          <p:cNvSpPr>
            <a:spLocks noGrp="1"/>
          </p:cNvSpPr>
          <p:nvPr>
            <p:ph type="sldNum" sz="quarter" idx="10"/>
          </p:nvPr>
        </p:nvSpPr>
        <p:spPr/>
        <p:txBody>
          <a:bodyPr/>
          <a:lstStyle/>
          <a:p>
            <a:fld id="{87564812-A2F9-4489-AFB9-D023677C38F6}" type="slidenum">
              <a:rPr lang="en-US" smtClean="0"/>
              <a:pPr/>
              <a:t>47</a:t>
            </a:fld>
            <a:endParaRPr lang="en-US"/>
          </a:p>
        </p:txBody>
      </p:sp>
    </p:spTree>
    <p:extLst>
      <p:ext uri="{BB962C8B-B14F-4D97-AF65-F5344CB8AC3E}">
        <p14:creationId xmlns:p14="http://schemas.microsoft.com/office/powerpoint/2010/main" val="960491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564812-A2F9-4489-AFB9-D023677C38F6}" type="slidenum">
              <a:rPr lang="en-US" smtClean="0"/>
              <a:pPr/>
              <a:t>49</a:t>
            </a:fld>
            <a:endParaRPr lang="en-US"/>
          </a:p>
        </p:txBody>
      </p:sp>
    </p:spTree>
    <p:extLst>
      <p:ext uri="{BB962C8B-B14F-4D97-AF65-F5344CB8AC3E}">
        <p14:creationId xmlns:p14="http://schemas.microsoft.com/office/powerpoint/2010/main" val="2566695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https://www.smithsonianmag.com/history/the-demonization-of-empress-wu-20743091/</a:t>
            </a:r>
          </a:p>
        </p:txBody>
      </p:sp>
      <p:sp>
        <p:nvSpPr>
          <p:cNvPr id="4" name="Slide Number Placeholder 3"/>
          <p:cNvSpPr>
            <a:spLocks noGrp="1"/>
          </p:cNvSpPr>
          <p:nvPr>
            <p:ph type="sldNum" sz="quarter" idx="5"/>
          </p:nvPr>
        </p:nvSpPr>
        <p:spPr/>
        <p:txBody>
          <a:bodyPr/>
          <a:lstStyle/>
          <a:p>
            <a:fld id="{87564812-A2F9-4489-AFB9-D023677C38F6}" type="slidenum">
              <a:rPr lang="en-US" smtClean="0"/>
              <a:pPr/>
              <a:t>50</a:t>
            </a:fld>
            <a:endParaRPr lang="en-US"/>
          </a:p>
        </p:txBody>
      </p:sp>
    </p:spTree>
    <p:extLst>
      <p:ext uri="{BB962C8B-B14F-4D97-AF65-F5344CB8AC3E}">
        <p14:creationId xmlns:p14="http://schemas.microsoft.com/office/powerpoint/2010/main" val="813352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fontScale="70000" lnSpcReduction="20000"/>
          </a:bodyPr>
          <a:lstStyle/>
          <a:p>
            <a:r>
              <a:rPr lang="en-US" b="1" dirty="0"/>
              <a:t>Grandson of Empress Wu Context:</a:t>
            </a:r>
            <a:endParaRPr lang="en-US" dirty="0"/>
          </a:p>
          <a:p>
            <a:pPr lvl="1"/>
            <a:r>
              <a:rPr lang="en-US" dirty="0"/>
              <a:t>The grandson mentioned is likely Emperor </a:t>
            </a:r>
            <a:r>
              <a:rPr lang="en-US" dirty="0" err="1"/>
              <a:t>Xuanzong</a:t>
            </a:r>
            <a:r>
              <a:rPr lang="en-US" dirty="0"/>
              <a:t> (also known as Li </a:t>
            </a:r>
            <a:r>
              <a:rPr lang="en-US" dirty="0" err="1"/>
              <a:t>Longji</a:t>
            </a:r>
            <a:r>
              <a:rPr lang="en-US" dirty="0"/>
              <a:t>). However, stating that he "slew Empress Wu" is inaccurate—she died of natural causes in 705 CE. Li </a:t>
            </a:r>
            <a:r>
              <a:rPr lang="en-US" dirty="0" err="1"/>
              <a:t>Longji</a:t>
            </a:r>
            <a:r>
              <a:rPr lang="en-US" dirty="0"/>
              <a:t> did, however, play a key role in a palace coup in 710 CE, overthrowing Empress Wei (Wu's granddaughter-in-law) to restore his father, Emperor </a:t>
            </a:r>
            <a:r>
              <a:rPr lang="en-US" dirty="0" err="1"/>
              <a:t>Ruizong</a:t>
            </a:r>
            <a:r>
              <a:rPr lang="en-US" dirty="0"/>
              <a:t>, to the throne.</a:t>
            </a:r>
          </a:p>
          <a:p>
            <a:pPr lvl="1"/>
            <a:r>
              <a:rPr lang="en-US" b="1" dirty="0"/>
              <a:t>Suggested Revision:</a:t>
            </a:r>
            <a:r>
              <a:rPr lang="en-US" dirty="0"/>
              <a:t> "Grandson of Empress Wu, orchestrated a coup against Empress Wei, restoring his father, Emperor </a:t>
            </a:r>
            <a:r>
              <a:rPr lang="en-US" dirty="0" err="1"/>
              <a:t>Ruizong</a:t>
            </a:r>
            <a:r>
              <a:rPr lang="en-US" dirty="0"/>
              <a:t>, to the throne before abdicating in his favor."</a:t>
            </a:r>
          </a:p>
          <a:p>
            <a:r>
              <a:rPr lang="en-US" b="1" dirty="0"/>
              <a:t>Activist Emperor:</a:t>
            </a:r>
            <a:endParaRPr lang="en-US" dirty="0"/>
          </a:p>
          <a:p>
            <a:pPr lvl="1"/>
            <a:r>
              <a:rPr lang="en-US" b="1" dirty="0"/>
              <a:t>Curbed power of monasteries</a:t>
            </a:r>
            <a:r>
              <a:rPr lang="en-US" dirty="0"/>
              <a:t> is accurate, as Emperor </a:t>
            </a:r>
            <a:r>
              <a:rPr lang="en-US" dirty="0" err="1"/>
              <a:t>Xuanzong</a:t>
            </a:r>
            <a:r>
              <a:rPr lang="en-US" dirty="0"/>
              <a:t> did try to reduce the influence of Buddhist institutions that had become economically powerful.</a:t>
            </a:r>
          </a:p>
          <a:p>
            <a:pPr lvl="1"/>
            <a:r>
              <a:rPr lang="en-US" b="1" dirty="0"/>
              <a:t>Ordered new census</a:t>
            </a:r>
            <a:r>
              <a:rPr lang="en-US" dirty="0"/>
              <a:t> to support the equal-field system is also accurate, but it might benefit from more context. The equal-field system was crucial for maintaining land distribution and the taxation base.</a:t>
            </a:r>
          </a:p>
          <a:p>
            <a:pPr lvl="1"/>
            <a:r>
              <a:rPr lang="en-US" b="1" dirty="0"/>
              <a:t>Suggested Addition:</a:t>
            </a:r>
            <a:r>
              <a:rPr lang="en-US" dirty="0"/>
              <a:t> Consider adding a point on </a:t>
            </a:r>
            <a:r>
              <a:rPr lang="en-US" dirty="0" err="1"/>
              <a:t>Xuanzong's</a:t>
            </a:r>
            <a:r>
              <a:rPr lang="en-US" dirty="0"/>
              <a:t> efforts to restore Confucian administration and centralize power, as this was key to his early reign.</a:t>
            </a:r>
          </a:p>
          <a:p>
            <a:r>
              <a:rPr lang="en-US" b="1" dirty="0"/>
              <a:t>Patron of the Arts:</a:t>
            </a:r>
            <a:endParaRPr lang="en-US" dirty="0"/>
          </a:p>
          <a:p>
            <a:pPr lvl="1"/>
            <a:r>
              <a:rPr lang="en-US" dirty="0"/>
              <a:t>This is accurate, as </a:t>
            </a:r>
            <a:r>
              <a:rPr lang="en-US" dirty="0" err="1"/>
              <a:t>Xuanzong's</a:t>
            </a:r>
            <a:r>
              <a:rPr lang="en-US" dirty="0"/>
              <a:t> court became a cultural hub, leading to a flourishing of poetry, music, and painting.</a:t>
            </a:r>
          </a:p>
          <a:p>
            <a:pPr lvl="1"/>
            <a:r>
              <a:rPr lang="en-US" b="1" dirty="0"/>
              <a:t>Suggested Addition:</a:t>
            </a:r>
            <a:r>
              <a:rPr lang="en-US" dirty="0"/>
              <a:t> "Promoted cultural flourishing, including poetry by Li Bai and Du Fu."</a:t>
            </a:r>
          </a:p>
          <a:p>
            <a:r>
              <a:rPr lang="en-US" b="1" dirty="0"/>
              <a:t>Interest in Buddhism and Daoism:</a:t>
            </a:r>
            <a:endParaRPr lang="en-US" dirty="0"/>
          </a:p>
          <a:p>
            <a:pPr lvl="1"/>
            <a:r>
              <a:rPr lang="en-US" dirty="0"/>
              <a:t>It is accurate that </a:t>
            </a:r>
            <a:r>
              <a:rPr lang="en-US" dirty="0" err="1"/>
              <a:t>Xuanzong</a:t>
            </a:r>
            <a:r>
              <a:rPr lang="en-US" dirty="0"/>
              <a:t> was interested in both Buddhism and Daoism, balancing his spiritual interests to maintain harmony between different religious groups.</a:t>
            </a:r>
          </a:p>
          <a:p>
            <a:pPr lvl="1"/>
            <a:r>
              <a:rPr lang="en-US" b="1" dirty="0"/>
              <a:t>Suggested Addition:</a:t>
            </a:r>
            <a:r>
              <a:rPr lang="en-US" dirty="0"/>
              <a:t> "Supported Daoist rituals and practices in court, while maintaining favorable policies towards Buddhist clergy."</a:t>
            </a:r>
          </a:p>
          <a:p>
            <a:r>
              <a:rPr lang="en-US" b="1" dirty="0"/>
              <a:t>Yang </a:t>
            </a:r>
            <a:r>
              <a:rPr lang="en-US" b="1" dirty="0" err="1"/>
              <a:t>Guifei</a:t>
            </a:r>
            <a:r>
              <a:rPr lang="en-US" b="1" dirty="0"/>
              <a:t> and An Lushan:</a:t>
            </a:r>
            <a:endParaRPr lang="en-US" dirty="0"/>
          </a:p>
          <a:p>
            <a:pPr lvl="1"/>
            <a:r>
              <a:rPr lang="en-US" dirty="0"/>
              <a:t>Yang </a:t>
            </a:r>
            <a:r>
              <a:rPr lang="en-US" dirty="0" err="1"/>
              <a:t>Guifei’s</a:t>
            </a:r>
            <a:r>
              <a:rPr lang="en-US" dirty="0"/>
              <a:t> favoritism is well noted, but the suggestion that she directly supported An Lushan is debated by historians. It is known that An Lushan, a trusted general, gained influence partly through his relationship with Yang </a:t>
            </a:r>
            <a:r>
              <a:rPr lang="en-US" dirty="0" err="1"/>
              <a:t>Guifei</a:t>
            </a:r>
            <a:r>
              <a:rPr lang="en-US" dirty="0"/>
              <a:t>.</a:t>
            </a:r>
          </a:p>
          <a:p>
            <a:pPr lvl="1"/>
            <a:r>
              <a:rPr lang="en-US" b="1" dirty="0"/>
              <a:t>Suggested Revision:</a:t>
            </a:r>
            <a:r>
              <a:rPr lang="en-US" dirty="0"/>
              <a:t> "An Lushan gained favor at court, partly due to his ties with Yang </a:t>
            </a:r>
            <a:r>
              <a:rPr lang="en-US" dirty="0" err="1"/>
              <a:t>Guifei</a:t>
            </a:r>
            <a:r>
              <a:rPr lang="en-US" dirty="0"/>
              <a:t>, which later influenced the outbreak of the An Lushan Rebellion."</a:t>
            </a:r>
          </a:p>
          <a:p>
            <a:r>
              <a:rPr lang="en-US" b="1" dirty="0"/>
              <a:t>Revised Slide:</a:t>
            </a:r>
          </a:p>
          <a:p>
            <a:r>
              <a:rPr lang="en-US" b="1" dirty="0"/>
              <a:t>Grandson of Empress Wu, orchestrated a coup against Empress Wei, restoring his father, Emperor </a:t>
            </a:r>
            <a:r>
              <a:rPr lang="en-US" b="1" dirty="0" err="1"/>
              <a:t>Ruizong</a:t>
            </a:r>
            <a:r>
              <a:rPr lang="en-US" b="1" dirty="0"/>
              <a:t>, to the throne before abdicating in his favor.</a:t>
            </a:r>
            <a:endParaRPr lang="en-US" dirty="0"/>
          </a:p>
          <a:p>
            <a:r>
              <a:rPr lang="en-US" b="1" dirty="0"/>
              <a:t>Activist Emperor</a:t>
            </a:r>
            <a:endParaRPr lang="en-US" dirty="0"/>
          </a:p>
          <a:p>
            <a:pPr lvl="1"/>
            <a:r>
              <a:rPr lang="en-US" dirty="0"/>
              <a:t>Curbed power of monasteries to reduce their influence.</a:t>
            </a:r>
          </a:p>
          <a:p>
            <a:pPr lvl="1"/>
            <a:r>
              <a:rPr lang="en-US" dirty="0"/>
              <a:t>Ordered a new census to support the equal-field system, aiming to stabilize the taxation base.</a:t>
            </a:r>
          </a:p>
          <a:p>
            <a:pPr lvl="1"/>
            <a:r>
              <a:rPr lang="en-US" dirty="0"/>
              <a:t>Strengthened Confucian administrative practices.</a:t>
            </a:r>
          </a:p>
          <a:p>
            <a:r>
              <a:rPr lang="en-US" b="1" dirty="0"/>
              <a:t>Patron of Arts</a:t>
            </a:r>
            <a:endParaRPr lang="en-US" dirty="0"/>
          </a:p>
          <a:p>
            <a:pPr lvl="1"/>
            <a:r>
              <a:rPr lang="en-US" dirty="0"/>
              <a:t>Promoted cultural flourishing, including the works of poets like Li Bai and Du Fu.</a:t>
            </a:r>
          </a:p>
          <a:p>
            <a:r>
              <a:rPr lang="en-US" b="1" dirty="0"/>
              <a:t>Interest in both Buddhism and Daoism</a:t>
            </a:r>
            <a:endParaRPr lang="en-US" dirty="0"/>
          </a:p>
          <a:p>
            <a:pPr lvl="1"/>
            <a:r>
              <a:rPr lang="en-US" dirty="0"/>
              <a:t>Supported Daoist practices in court while maintaining favorable policies towards Buddhism.</a:t>
            </a:r>
          </a:p>
          <a:p>
            <a:r>
              <a:rPr lang="en-US" b="1" dirty="0"/>
              <a:t>Spent more time with favorite concubine Yang </a:t>
            </a:r>
            <a:r>
              <a:rPr lang="en-US" b="1" dirty="0" err="1"/>
              <a:t>Guifei</a:t>
            </a:r>
            <a:endParaRPr lang="en-US" dirty="0"/>
          </a:p>
          <a:p>
            <a:pPr lvl="1"/>
            <a:r>
              <a:rPr lang="en-US" dirty="0"/>
              <a:t>An Lushan gained favor at court, partly due to his ties with Yang </a:t>
            </a:r>
            <a:r>
              <a:rPr lang="en-US" dirty="0" err="1"/>
              <a:t>Guifei</a:t>
            </a:r>
            <a:r>
              <a:rPr lang="en-US" dirty="0"/>
              <a:t>, which later influenced the outbreak of the An Lushan Rebellion.</a:t>
            </a:r>
          </a:p>
          <a:p>
            <a:r>
              <a:rPr lang="en-US" dirty="0"/>
              <a:t>These suggestions should help clarify the slide while providing a fuller picture of the complexities during </a:t>
            </a:r>
            <a:r>
              <a:rPr lang="en-US" dirty="0" err="1"/>
              <a:t>Xuanzong's</a:t>
            </a:r>
            <a:r>
              <a:rPr lang="en-US" dirty="0"/>
              <a:t> reign and the lead-up to the Tang Dynasty's later troubles. Let me know if you’d like more details on any of these points!</a:t>
            </a:r>
          </a:p>
          <a:p>
            <a:r>
              <a:rPr lang="en-US" dirty="0"/>
              <a:t>4o</a:t>
            </a:r>
          </a:p>
          <a:p>
            <a:endParaRPr lang="en-US" dirty="0"/>
          </a:p>
        </p:txBody>
      </p:sp>
      <p:sp>
        <p:nvSpPr>
          <p:cNvPr id="4" name="Slide Number Placeholder 3"/>
          <p:cNvSpPr>
            <a:spLocks noGrp="1"/>
          </p:cNvSpPr>
          <p:nvPr>
            <p:ph type="sldNum" sz="quarter" idx="10"/>
          </p:nvPr>
        </p:nvSpPr>
        <p:spPr/>
        <p:txBody>
          <a:bodyPr/>
          <a:lstStyle/>
          <a:p>
            <a:fld id="{93C0879B-64F8-4590-8284-ABFF7F8EB950}" type="slidenum">
              <a:rPr lang="en-US" smtClean="0"/>
              <a:pPr/>
              <a:t>56</a:t>
            </a:fld>
            <a:endParaRPr lang="en-US"/>
          </a:p>
        </p:txBody>
      </p:sp>
    </p:spTree>
    <p:extLst>
      <p:ext uri="{BB962C8B-B14F-4D97-AF65-F5344CB8AC3E}">
        <p14:creationId xmlns:p14="http://schemas.microsoft.com/office/powerpoint/2010/main" val="2407250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Despite the Tang's eventual victory, the </a:t>
            </a:r>
            <a:r>
              <a:rPr lang="en-US" sz="1200" b="1" kern="1200" dirty="0">
                <a:solidFill>
                  <a:schemeClr val="tx1"/>
                </a:solidFill>
                <a:effectLst/>
                <a:latin typeface="+mn-lt"/>
                <a:ea typeface="+mn-ea"/>
                <a:cs typeface="+mn-cs"/>
              </a:rPr>
              <a:t>An Lushan Rebellion</a:t>
            </a:r>
            <a:r>
              <a:rPr lang="en-US" sz="1200" kern="1200" dirty="0">
                <a:solidFill>
                  <a:schemeClr val="tx1"/>
                </a:solidFill>
                <a:effectLst/>
                <a:latin typeface="+mn-lt"/>
                <a:ea typeface="+mn-ea"/>
                <a:cs typeface="+mn-cs"/>
              </a:rPr>
              <a:t> inflicted irreversible damage on the empire. The war caused massive loss of life and economic devastation, leading to the </a:t>
            </a:r>
            <a:r>
              <a:rPr lang="en-US" sz="1200" b="1" kern="1200" dirty="0">
                <a:solidFill>
                  <a:schemeClr val="tx1"/>
                </a:solidFill>
                <a:effectLst/>
                <a:latin typeface="+mn-lt"/>
                <a:ea typeface="+mn-ea"/>
                <a:cs typeface="+mn-cs"/>
              </a:rPr>
              <a:t>depopulation</a:t>
            </a:r>
            <a:r>
              <a:rPr lang="en-US" sz="1200" kern="1200" dirty="0">
                <a:solidFill>
                  <a:schemeClr val="tx1"/>
                </a:solidFill>
                <a:effectLst/>
                <a:latin typeface="+mn-lt"/>
                <a:ea typeface="+mn-ea"/>
                <a:cs typeface="+mn-cs"/>
              </a:rPr>
              <a:t> of entire regions and a </a:t>
            </a:r>
            <a:r>
              <a:rPr lang="en-US" sz="1200" b="1" kern="1200" dirty="0">
                <a:solidFill>
                  <a:schemeClr val="tx1"/>
                </a:solidFill>
                <a:effectLst/>
                <a:latin typeface="+mn-lt"/>
                <a:ea typeface="+mn-ea"/>
                <a:cs typeface="+mn-cs"/>
              </a:rPr>
              <a:t>decline in agricultural productivity</a:t>
            </a:r>
            <a:r>
              <a:rPr lang="en-US" sz="1200" kern="1200" dirty="0">
                <a:solidFill>
                  <a:schemeClr val="tx1"/>
                </a:solidFill>
                <a:effectLst/>
                <a:latin typeface="+mn-lt"/>
                <a:ea typeface="+mn-ea"/>
                <a:cs typeface="+mn-cs"/>
              </a:rPr>
              <a:t>. The rebellion also revealed the underlying fragility of the Tang Dynasty’s political and military structures, leading to a diminished capacity for centralized control. The rise of </a:t>
            </a:r>
            <a:r>
              <a:rPr lang="en-US" sz="1200" b="1" kern="1200" dirty="0">
                <a:solidFill>
                  <a:schemeClr val="tx1"/>
                </a:solidFill>
                <a:effectLst/>
                <a:latin typeface="+mn-lt"/>
                <a:ea typeface="+mn-ea"/>
                <a:cs typeface="+mn-cs"/>
              </a:rPr>
              <a:t>regional warlords</a:t>
            </a:r>
            <a:r>
              <a:rPr lang="en-US" sz="1200" kern="1200" dirty="0">
                <a:solidFill>
                  <a:schemeClr val="tx1"/>
                </a:solidFill>
                <a:effectLst/>
                <a:latin typeface="+mn-lt"/>
                <a:ea typeface="+mn-ea"/>
                <a:cs typeface="+mn-cs"/>
              </a:rPr>
              <a:t> continued to threaten the stability of the Tang state in the years that followed, marking the beginning of the dynasty’s long decline.</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66</a:t>
            </a:fld>
            <a:endParaRPr lang="en-US"/>
          </a:p>
        </p:txBody>
      </p:sp>
    </p:spTree>
    <p:extLst>
      <p:ext uri="{BB962C8B-B14F-4D97-AF65-F5344CB8AC3E}">
        <p14:creationId xmlns:p14="http://schemas.microsoft.com/office/powerpoint/2010/main" val="2829941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wake of the An Lushan Rebellion, the Tang Dynasty became </a:t>
            </a:r>
            <a:r>
              <a:rPr lang="en-US" sz="1200" b="1" kern="1200" dirty="0">
                <a:solidFill>
                  <a:schemeClr val="tx1"/>
                </a:solidFill>
                <a:effectLst/>
                <a:latin typeface="+mn-lt"/>
                <a:ea typeface="+mn-ea"/>
                <a:cs typeface="+mn-cs"/>
              </a:rPr>
              <a:t>dependent on foreign troops</a:t>
            </a:r>
            <a:r>
              <a:rPr lang="en-US" sz="1200" kern="1200" dirty="0">
                <a:solidFill>
                  <a:schemeClr val="tx1"/>
                </a:solidFill>
                <a:effectLst/>
                <a:latin typeface="+mn-lt"/>
                <a:ea typeface="+mn-ea"/>
                <a:cs typeface="+mn-cs"/>
              </a:rPr>
              <a:t> for military support, particularly on the </a:t>
            </a:r>
            <a:r>
              <a:rPr lang="en-US" sz="1200" b="1" kern="1200" dirty="0">
                <a:solidFill>
                  <a:schemeClr val="tx1"/>
                </a:solidFill>
                <a:effectLst/>
                <a:latin typeface="+mn-lt"/>
                <a:ea typeface="+mn-ea"/>
                <a:cs typeface="+mn-cs"/>
              </a:rPr>
              <a:t>Uyghurs</a:t>
            </a:r>
            <a:r>
              <a:rPr lang="en-US" sz="1200" kern="1200" dirty="0">
                <a:solidFill>
                  <a:schemeClr val="tx1"/>
                </a:solidFill>
                <a:effectLst/>
                <a:latin typeface="+mn-lt"/>
                <a:ea typeface="+mn-ea"/>
                <a:cs typeface="+mn-cs"/>
              </a:rPr>
              <a:t>. The Uyghur Khaganate, a powerful nomadic empire in </a:t>
            </a:r>
            <a:r>
              <a:rPr lang="en-US" sz="1200" b="1" kern="1200" dirty="0">
                <a:solidFill>
                  <a:schemeClr val="tx1"/>
                </a:solidFill>
                <a:effectLst/>
                <a:latin typeface="+mn-lt"/>
                <a:ea typeface="+mn-ea"/>
                <a:cs typeface="+mn-cs"/>
              </a:rPr>
              <a:t>Central Asia</a:t>
            </a:r>
            <a:r>
              <a:rPr lang="en-US" sz="1200" kern="1200" dirty="0">
                <a:solidFill>
                  <a:schemeClr val="tx1"/>
                </a:solidFill>
                <a:effectLst/>
                <a:latin typeface="+mn-lt"/>
                <a:ea typeface="+mn-ea"/>
                <a:cs typeface="+mn-cs"/>
              </a:rPr>
              <a:t>, played a crucial role in helping the Tang reconquer lost territories, including the capitals </a:t>
            </a:r>
            <a:r>
              <a:rPr lang="en-US" sz="1200" b="1" kern="1200" dirty="0" err="1">
                <a:solidFill>
                  <a:schemeClr val="tx1"/>
                </a:solidFill>
                <a:effectLst/>
                <a:latin typeface="+mn-lt"/>
                <a:ea typeface="+mn-ea"/>
                <a:cs typeface="+mn-cs"/>
              </a:rPr>
              <a:t>Chang’an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Luoyang</a:t>
            </a:r>
            <a:r>
              <a:rPr lang="en-US" sz="1200" kern="1200" dirty="0">
                <a:solidFill>
                  <a:schemeClr val="tx1"/>
                </a:solidFill>
                <a:effectLst/>
                <a:latin typeface="+mn-lt"/>
                <a:ea typeface="+mn-ea"/>
                <a:cs typeface="+mn-cs"/>
              </a:rPr>
              <a:t>. In return, the Tang court was compelled to grant the Uyghurs substantial </a:t>
            </a:r>
            <a:r>
              <a:rPr lang="en-US" sz="1200" b="1" kern="1200" dirty="0">
                <a:solidFill>
                  <a:schemeClr val="tx1"/>
                </a:solidFill>
                <a:effectLst/>
                <a:latin typeface="+mn-lt"/>
                <a:ea typeface="+mn-ea"/>
                <a:cs typeface="+mn-cs"/>
              </a:rPr>
              <a:t>economic and political concessions</a:t>
            </a:r>
            <a:r>
              <a:rPr lang="en-US" sz="1200" kern="1200" dirty="0">
                <a:solidFill>
                  <a:schemeClr val="tx1"/>
                </a:solidFill>
                <a:effectLst/>
                <a:latin typeface="+mn-lt"/>
                <a:ea typeface="+mn-ea"/>
                <a:cs typeface="+mn-cs"/>
              </a:rPr>
              <a:t>. As a result, the Uyghurs gained significant influence over the Tang court, often dictating terms in exchange for military aid.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Tang’s reliance on foreign troops underscored the empire’s loss of </a:t>
            </a:r>
            <a:r>
              <a:rPr lang="en-US" sz="1200" b="1" kern="1200" dirty="0">
                <a:solidFill>
                  <a:schemeClr val="tx1"/>
                </a:solidFill>
                <a:effectLst/>
                <a:latin typeface="+mn-lt"/>
                <a:ea typeface="+mn-ea"/>
                <a:cs typeface="+mn-cs"/>
              </a:rPr>
              <a:t>military autonomy</a:t>
            </a:r>
            <a:r>
              <a:rPr lang="en-US" sz="1200" kern="1200" dirty="0">
                <a:solidFill>
                  <a:schemeClr val="tx1"/>
                </a:solidFill>
                <a:effectLst/>
                <a:latin typeface="+mn-lt"/>
                <a:ea typeface="+mn-ea"/>
                <a:cs typeface="+mn-cs"/>
              </a:rPr>
              <a:t> and its inability to project power beyond </a:t>
            </a:r>
            <a:r>
              <a:rPr lang="en-US" sz="1200" b="1" kern="1200" dirty="0">
                <a:solidFill>
                  <a:schemeClr val="tx1"/>
                </a:solidFill>
                <a:effectLst/>
                <a:latin typeface="+mn-lt"/>
                <a:ea typeface="+mn-ea"/>
                <a:cs typeface="+mn-cs"/>
              </a:rPr>
              <a:t>China proper</a:t>
            </a:r>
            <a:r>
              <a:rPr lang="en-US" sz="1200" kern="1200" dirty="0">
                <a:solidFill>
                  <a:schemeClr val="tx1"/>
                </a:solidFill>
                <a:effectLst/>
                <a:latin typeface="+mn-lt"/>
                <a:ea typeface="+mn-ea"/>
                <a:cs typeface="+mn-cs"/>
              </a:rPr>
              <a:t>. Despite the Tang’s nominal control over the </a:t>
            </a:r>
            <a:r>
              <a:rPr lang="en-US" sz="1200" b="1" kern="1200" dirty="0">
                <a:solidFill>
                  <a:schemeClr val="tx1"/>
                </a:solidFill>
                <a:effectLst/>
                <a:latin typeface="+mn-lt"/>
                <a:ea typeface="+mn-ea"/>
                <a:cs typeface="+mn-cs"/>
              </a:rPr>
              <a:t>Silk Road</a:t>
            </a:r>
            <a:r>
              <a:rPr lang="en-US" sz="1200" kern="1200" dirty="0">
                <a:solidFill>
                  <a:schemeClr val="tx1"/>
                </a:solidFill>
                <a:effectLst/>
                <a:latin typeface="+mn-lt"/>
                <a:ea typeface="+mn-ea"/>
                <a:cs typeface="+mn-cs"/>
              </a:rPr>
              <a:t> regions, the </a:t>
            </a:r>
            <a:r>
              <a:rPr lang="en-US" sz="1200" b="1" kern="1200" dirty="0">
                <a:solidFill>
                  <a:schemeClr val="tx1"/>
                </a:solidFill>
                <a:effectLst/>
                <a:latin typeface="+mn-lt"/>
                <a:ea typeface="+mn-ea"/>
                <a:cs typeface="+mn-cs"/>
              </a:rPr>
              <a:t>Uyghurs</a:t>
            </a:r>
            <a:r>
              <a:rPr lang="en-US" sz="1200" kern="1200" dirty="0">
                <a:solidFill>
                  <a:schemeClr val="tx1"/>
                </a:solidFill>
                <a:effectLst/>
                <a:latin typeface="+mn-lt"/>
                <a:ea typeface="+mn-ea"/>
                <a:cs typeface="+mn-cs"/>
              </a:rPr>
              <a:t> effectively dominated </a:t>
            </a:r>
            <a:r>
              <a:rPr lang="en-US" sz="1200" b="1" kern="1200" dirty="0">
                <a:solidFill>
                  <a:schemeClr val="tx1"/>
                </a:solidFill>
                <a:effectLst/>
                <a:latin typeface="+mn-lt"/>
                <a:ea typeface="+mn-ea"/>
                <a:cs typeface="+mn-cs"/>
              </a:rPr>
              <a:t>Central Asia</a:t>
            </a:r>
            <a:r>
              <a:rPr lang="en-US" sz="1200" kern="1200" dirty="0">
                <a:solidFill>
                  <a:schemeClr val="tx1"/>
                </a:solidFill>
                <a:effectLst/>
                <a:latin typeface="+mn-lt"/>
                <a:ea typeface="+mn-ea"/>
                <a:cs typeface="+mn-cs"/>
              </a:rPr>
              <a:t>, exerting control over trade routes and strategic territories. The once-expansive Tang Empire was thus reduced to a shadow of its former self, with its influence limited to the core Chinese heartland.</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67</a:t>
            </a:fld>
            <a:endParaRPr lang="en-US"/>
          </a:p>
        </p:txBody>
      </p:sp>
    </p:spTree>
    <p:extLst>
      <p:ext uri="{BB962C8B-B14F-4D97-AF65-F5344CB8AC3E}">
        <p14:creationId xmlns:p14="http://schemas.microsoft.com/office/powerpoint/2010/main" val="3604339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Economic Shifts: Revival of Monopolies and the Double Tax System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economic strains of the An Lushan Rebellion necessitated significant changes in the Tang Dynasty’s fiscal policies. The rebellion and subsequent wars had devastated agricultural production, leading to a loss of </a:t>
            </a:r>
            <a:r>
              <a:rPr lang="en-US" sz="1200" b="1" kern="1200" dirty="0">
                <a:solidFill>
                  <a:schemeClr val="tx1"/>
                </a:solidFill>
                <a:effectLst/>
                <a:latin typeface="+mn-lt"/>
                <a:ea typeface="+mn-ea"/>
                <a:cs typeface="+mn-cs"/>
              </a:rPr>
              <a:t>tax revenue</a:t>
            </a:r>
            <a:r>
              <a:rPr lang="en-US" sz="1200" kern="1200" dirty="0">
                <a:solidFill>
                  <a:schemeClr val="tx1"/>
                </a:solidFill>
                <a:effectLst/>
                <a:latin typeface="+mn-lt"/>
                <a:ea typeface="+mn-ea"/>
                <a:cs typeface="+mn-cs"/>
              </a:rPr>
              <a:t>. In response, the Tang court </a:t>
            </a:r>
            <a:r>
              <a:rPr lang="en-US" sz="1200" b="1" kern="1200" dirty="0">
                <a:solidFill>
                  <a:schemeClr val="tx1"/>
                </a:solidFill>
                <a:effectLst/>
                <a:latin typeface="+mn-lt"/>
                <a:ea typeface="+mn-ea"/>
                <a:cs typeface="+mn-cs"/>
              </a:rPr>
              <a:t>revived old government monopolies</a:t>
            </a:r>
            <a:r>
              <a:rPr lang="en-US" sz="1200" kern="1200" dirty="0">
                <a:solidFill>
                  <a:schemeClr val="tx1"/>
                </a:solidFill>
                <a:effectLst/>
                <a:latin typeface="+mn-lt"/>
                <a:ea typeface="+mn-ea"/>
                <a:cs typeface="+mn-cs"/>
              </a:rPr>
              <a:t>, particularly in </a:t>
            </a:r>
            <a:r>
              <a:rPr lang="en-US" sz="1200" b="1" kern="1200" dirty="0">
                <a:solidFill>
                  <a:schemeClr val="tx1"/>
                </a:solidFill>
                <a:effectLst/>
                <a:latin typeface="+mn-lt"/>
                <a:ea typeface="+mn-ea"/>
                <a:cs typeface="+mn-cs"/>
              </a:rPr>
              <a:t>salt, tea, and liquor</a:t>
            </a:r>
            <a:r>
              <a:rPr lang="en-US" sz="1200" kern="1200" dirty="0">
                <a:solidFill>
                  <a:schemeClr val="tx1"/>
                </a:solidFill>
                <a:effectLst/>
                <a:latin typeface="+mn-lt"/>
                <a:ea typeface="+mn-ea"/>
                <a:cs typeface="+mn-cs"/>
              </a:rPr>
              <a:t>, to generate income. These monopolies became crucial sources of revenue, helping to stabilize the empire’s finances after the costly conflict.</a:t>
            </a:r>
          </a:p>
          <a:p>
            <a:r>
              <a:rPr lang="en-US" sz="1200" kern="1200" dirty="0">
                <a:solidFill>
                  <a:schemeClr val="tx1"/>
                </a:solidFill>
                <a:effectLst/>
                <a:latin typeface="+mn-lt"/>
                <a:ea typeface="+mn-ea"/>
                <a:cs typeface="+mn-cs"/>
              </a:rPr>
              <a:t>Another major economic reform was the introduction of the </a:t>
            </a:r>
            <a:r>
              <a:rPr lang="en-US" sz="1200" b="1" kern="1200" dirty="0">
                <a:solidFill>
                  <a:schemeClr val="tx1"/>
                </a:solidFill>
                <a:effectLst/>
                <a:latin typeface="+mn-lt"/>
                <a:ea typeface="+mn-ea"/>
                <a:cs typeface="+mn-cs"/>
              </a:rPr>
              <a:t>Double Tax System</a:t>
            </a:r>
            <a:r>
              <a:rPr lang="en-US" sz="1200" kern="1200" dirty="0">
                <a:solidFill>
                  <a:schemeClr val="tx1"/>
                </a:solidFill>
                <a:effectLst/>
                <a:latin typeface="+mn-lt"/>
                <a:ea typeface="+mn-ea"/>
                <a:cs typeface="+mn-cs"/>
              </a:rPr>
              <a:t> in </a:t>
            </a:r>
            <a:r>
              <a:rPr lang="en-US" sz="1200" b="1" kern="1200" dirty="0">
                <a:solidFill>
                  <a:schemeClr val="tx1"/>
                </a:solidFill>
                <a:effectLst/>
                <a:latin typeface="+mn-lt"/>
                <a:ea typeface="+mn-ea"/>
                <a:cs typeface="+mn-cs"/>
              </a:rPr>
              <a:t>780 CE</a:t>
            </a:r>
            <a:r>
              <a:rPr lang="en-US" sz="1200" kern="1200" dirty="0">
                <a:solidFill>
                  <a:schemeClr val="tx1"/>
                </a:solidFill>
                <a:effectLst/>
                <a:latin typeface="+mn-lt"/>
                <a:ea typeface="+mn-ea"/>
                <a:cs typeface="+mn-cs"/>
              </a:rPr>
              <a:t>. This new system consolidated various </a:t>
            </a:r>
            <a:r>
              <a:rPr lang="en-US" sz="1200" b="1" kern="1200" dirty="0">
                <a:solidFill>
                  <a:schemeClr val="tx1"/>
                </a:solidFill>
                <a:effectLst/>
                <a:latin typeface="+mn-lt"/>
                <a:ea typeface="+mn-ea"/>
                <a:cs typeface="+mn-cs"/>
              </a:rPr>
              <a:t>land, personal, and household taxes</a:t>
            </a:r>
            <a:r>
              <a:rPr lang="en-US" sz="1200" kern="1200" dirty="0">
                <a:solidFill>
                  <a:schemeClr val="tx1"/>
                </a:solidFill>
                <a:effectLst/>
                <a:latin typeface="+mn-lt"/>
                <a:ea typeface="+mn-ea"/>
                <a:cs typeface="+mn-cs"/>
              </a:rPr>
              <a:t> into a </a:t>
            </a:r>
            <a:r>
              <a:rPr lang="en-US" sz="1200" b="1" kern="1200" dirty="0">
                <a:solidFill>
                  <a:schemeClr val="tx1"/>
                </a:solidFill>
                <a:effectLst/>
                <a:latin typeface="+mn-lt"/>
                <a:ea typeface="+mn-ea"/>
                <a:cs typeface="+mn-cs"/>
              </a:rPr>
              <a:t>biannual levy</a:t>
            </a:r>
            <a:r>
              <a:rPr lang="en-US" sz="1200" kern="1200" dirty="0">
                <a:solidFill>
                  <a:schemeClr val="tx1"/>
                </a:solidFill>
                <a:effectLst/>
                <a:latin typeface="+mn-lt"/>
                <a:ea typeface="+mn-ea"/>
                <a:cs typeface="+mn-cs"/>
              </a:rPr>
              <a:t> based on </a:t>
            </a:r>
            <a:r>
              <a:rPr lang="en-US" sz="1200" b="1" kern="1200" dirty="0">
                <a:solidFill>
                  <a:schemeClr val="tx1"/>
                </a:solidFill>
                <a:effectLst/>
                <a:latin typeface="+mn-lt"/>
                <a:ea typeface="+mn-ea"/>
                <a:cs typeface="+mn-cs"/>
              </a:rPr>
              <a:t>land area</a:t>
            </a:r>
            <a:r>
              <a:rPr lang="en-US" sz="1200" kern="1200" dirty="0">
                <a:solidFill>
                  <a:schemeClr val="tx1"/>
                </a:solidFill>
                <a:effectLst/>
                <a:latin typeface="+mn-lt"/>
                <a:ea typeface="+mn-ea"/>
                <a:cs typeface="+mn-cs"/>
              </a:rPr>
              <a:t> rather than taxing individuals directly. By taxing landowners rather than peasants, the Double Tax System aimed to simplify tax collection and stabilize state revenues. However, it also shifted the burden of taxation onto landowners, which had long-term implications for the relationship between the </a:t>
            </a:r>
            <a:r>
              <a:rPr lang="en-US" sz="1200" b="1" kern="1200" dirty="0">
                <a:solidFill>
                  <a:schemeClr val="tx1"/>
                </a:solidFill>
                <a:effectLst/>
                <a:latin typeface="+mn-lt"/>
                <a:ea typeface="+mn-ea"/>
                <a:cs typeface="+mn-cs"/>
              </a:rPr>
              <a:t>state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local elites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68</a:t>
            </a:fld>
            <a:endParaRPr lang="en-US"/>
          </a:p>
        </p:txBody>
      </p:sp>
    </p:spTree>
    <p:extLst>
      <p:ext uri="{BB962C8B-B14F-4D97-AF65-F5344CB8AC3E}">
        <p14:creationId xmlns:p14="http://schemas.microsoft.com/office/powerpoint/2010/main" val="3089018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Rise of Eunuch Power and the Inner Court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of the most significant political changes in the aftermath of the An Lushan Rebellion was the rise of </a:t>
            </a:r>
            <a:r>
              <a:rPr lang="en-US" sz="1200" b="1" kern="1200" dirty="0">
                <a:solidFill>
                  <a:schemeClr val="tx1"/>
                </a:solidFill>
                <a:effectLst/>
                <a:latin typeface="+mn-lt"/>
                <a:ea typeface="+mn-ea"/>
                <a:cs typeface="+mn-cs"/>
              </a:rPr>
              <a:t>eunuch power</a:t>
            </a:r>
            <a:r>
              <a:rPr lang="en-US" sz="1200" kern="1200" dirty="0">
                <a:solidFill>
                  <a:schemeClr val="tx1"/>
                </a:solidFill>
                <a:effectLst/>
                <a:latin typeface="+mn-lt"/>
                <a:ea typeface="+mn-ea"/>
                <a:cs typeface="+mn-cs"/>
              </a:rPr>
              <a:t> within the Tang court. As the Tang emperors grew increasingly reliant on the </a:t>
            </a:r>
            <a:r>
              <a:rPr lang="en-US" sz="1200" b="1" kern="1200" dirty="0">
                <a:solidFill>
                  <a:schemeClr val="tx1"/>
                </a:solidFill>
                <a:effectLst/>
                <a:latin typeface="+mn-lt"/>
                <a:ea typeface="+mn-ea"/>
                <a:cs typeface="+mn-cs"/>
              </a:rPr>
              <a:t>inner court</a:t>
            </a:r>
            <a:r>
              <a:rPr lang="en-US" sz="1200" kern="1200" dirty="0">
                <a:solidFill>
                  <a:schemeClr val="tx1"/>
                </a:solidFill>
                <a:effectLst/>
                <a:latin typeface="+mn-lt"/>
                <a:ea typeface="+mn-ea"/>
                <a:cs typeface="+mn-cs"/>
              </a:rPr>
              <a:t>—comprised of eunuchs and personal attendants—traditional </a:t>
            </a:r>
            <a:r>
              <a:rPr lang="en-US" sz="1200" b="1" kern="1200" dirty="0">
                <a:solidFill>
                  <a:schemeClr val="tx1"/>
                </a:solidFill>
                <a:effectLst/>
                <a:latin typeface="+mn-lt"/>
                <a:ea typeface="+mn-ea"/>
                <a:cs typeface="+mn-cs"/>
              </a:rPr>
              <a:t>bureaucratic structures</a:t>
            </a:r>
            <a:r>
              <a:rPr lang="en-US" sz="1200" kern="1200" dirty="0">
                <a:solidFill>
                  <a:schemeClr val="tx1"/>
                </a:solidFill>
                <a:effectLst/>
                <a:latin typeface="+mn-lt"/>
                <a:ea typeface="+mn-ea"/>
                <a:cs typeface="+mn-cs"/>
              </a:rPr>
              <a:t> lost their influence. The eunuchs commanded the </a:t>
            </a:r>
            <a:r>
              <a:rPr lang="en-US" sz="1200" b="1" kern="1200" dirty="0">
                <a:solidFill>
                  <a:schemeClr val="tx1"/>
                </a:solidFill>
                <a:effectLst/>
                <a:latin typeface="+mn-lt"/>
                <a:ea typeface="+mn-ea"/>
                <a:cs typeface="+mn-cs"/>
              </a:rPr>
              <a:t>palace armies</a:t>
            </a:r>
            <a:r>
              <a:rPr lang="en-US" sz="1200" kern="1200" dirty="0">
                <a:solidFill>
                  <a:schemeClr val="tx1"/>
                </a:solidFill>
                <a:effectLst/>
                <a:latin typeface="+mn-lt"/>
                <a:ea typeface="+mn-ea"/>
                <a:cs typeface="+mn-cs"/>
              </a:rPr>
              <a:t> and acted as gatekeepers to the emperor, allowing them to shape decisions and appointments within the imperial court.</a:t>
            </a:r>
          </a:p>
          <a:p>
            <a:r>
              <a:rPr lang="en-US" sz="1200" kern="1200" dirty="0">
                <a:solidFill>
                  <a:schemeClr val="tx1"/>
                </a:solidFill>
                <a:effectLst/>
                <a:latin typeface="+mn-lt"/>
                <a:ea typeface="+mn-ea"/>
                <a:cs typeface="+mn-cs"/>
              </a:rPr>
              <a:t>The rise of eunuchs led to the formation of </a:t>
            </a:r>
            <a:r>
              <a:rPr lang="en-US" sz="1200" b="1" kern="1200" dirty="0">
                <a:solidFill>
                  <a:schemeClr val="tx1"/>
                </a:solidFill>
                <a:effectLst/>
                <a:latin typeface="+mn-lt"/>
                <a:ea typeface="+mn-ea"/>
                <a:cs typeface="+mn-cs"/>
              </a:rPr>
              <a:t>self-perpetuating families through adoption</a:t>
            </a:r>
            <a:r>
              <a:rPr lang="en-US" sz="1200" kern="1200" dirty="0">
                <a:solidFill>
                  <a:schemeClr val="tx1"/>
                </a:solidFill>
                <a:effectLst/>
                <a:latin typeface="+mn-lt"/>
                <a:ea typeface="+mn-ea"/>
                <a:cs typeface="+mn-cs"/>
              </a:rPr>
              <a:t>, allowing them to entrench their power across generations. This dynamic made it difficult for the emperors to assert control over the court. For example, </a:t>
            </a:r>
            <a:r>
              <a:rPr lang="en-US" sz="1200" b="1" kern="1200" dirty="0">
                <a:solidFill>
                  <a:schemeClr val="tx1"/>
                </a:solidFill>
                <a:effectLst/>
                <a:latin typeface="+mn-lt"/>
                <a:ea typeface="+mn-ea"/>
                <a:cs typeface="+mn-cs"/>
              </a:rPr>
              <a:t>Emperor </a:t>
            </a:r>
            <a:r>
              <a:rPr lang="en-US" sz="1200" b="1" kern="1200" dirty="0" err="1">
                <a:solidFill>
                  <a:schemeClr val="tx1"/>
                </a:solidFill>
                <a:effectLst/>
                <a:latin typeface="+mn-lt"/>
                <a:ea typeface="+mn-ea"/>
                <a:cs typeface="+mn-cs"/>
              </a:rPr>
              <a:t>Xianzong</a:t>
            </a:r>
            <a:r>
              <a:rPr lang="en-US" sz="1200" kern="1200" dirty="0">
                <a:solidFill>
                  <a:schemeClr val="tx1"/>
                </a:solidFill>
                <a:effectLst/>
                <a:latin typeface="+mn-lt"/>
                <a:ea typeface="+mn-ea"/>
                <a:cs typeface="+mn-cs"/>
              </a:rPr>
              <a:t> (r. 805–820 CE), a ruler who attempted to reassert imperial authority, was </a:t>
            </a:r>
            <a:r>
              <a:rPr lang="en-US" sz="1200" b="1" kern="1200" dirty="0">
                <a:solidFill>
                  <a:schemeClr val="tx1"/>
                </a:solidFill>
                <a:effectLst/>
                <a:latin typeface="+mn-lt"/>
                <a:ea typeface="+mn-ea"/>
                <a:cs typeface="+mn-cs"/>
              </a:rPr>
              <a:t>murdered by eunuchs</a:t>
            </a:r>
            <a:r>
              <a:rPr lang="en-US" sz="1200" kern="1200" dirty="0">
                <a:solidFill>
                  <a:schemeClr val="tx1"/>
                </a:solidFill>
                <a:effectLst/>
                <a:latin typeface="+mn-lt"/>
                <a:ea typeface="+mn-ea"/>
                <a:cs typeface="+mn-cs"/>
              </a:rPr>
              <a:t> when his reforms threatened their power.</a:t>
            </a:r>
          </a:p>
          <a:p>
            <a:r>
              <a:rPr lang="en-US" sz="1200" kern="1200" dirty="0">
                <a:solidFill>
                  <a:schemeClr val="tx1"/>
                </a:solidFill>
                <a:effectLst/>
                <a:latin typeface="+mn-lt"/>
                <a:ea typeface="+mn-ea"/>
                <a:cs typeface="+mn-cs"/>
              </a:rPr>
              <a:t>Efforts to curb eunuch influence were met with brutal retaliation. In </a:t>
            </a:r>
            <a:r>
              <a:rPr lang="en-US" sz="1200" b="1" kern="1200" dirty="0">
                <a:solidFill>
                  <a:schemeClr val="tx1"/>
                </a:solidFill>
                <a:effectLst/>
                <a:latin typeface="+mn-lt"/>
                <a:ea typeface="+mn-ea"/>
                <a:cs typeface="+mn-cs"/>
              </a:rPr>
              <a:t>835 CE</a:t>
            </a:r>
            <a:r>
              <a:rPr lang="en-US" sz="1200" kern="1200" dirty="0">
                <a:solidFill>
                  <a:schemeClr val="tx1"/>
                </a:solidFill>
                <a:effectLst/>
                <a:latin typeface="+mn-lt"/>
                <a:ea typeface="+mn-ea"/>
                <a:cs typeface="+mn-cs"/>
              </a:rPr>
              <a:t>, when the emperor and scholar-officials attempted to </a:t>
            </a:r>
            <a:r>
              <a:rPr lang="en-US" sz="1200" b="1" kern="1200" dirty="0">
                <a:solidFill>
                  <a:schemeClr val="tx1"/>
                </a:solidFill>
                <a:effectLst/>
                <a:latin typeface="+mn-lt"/>
                <a:ea typeface="+mn-ea"/>
                <a:cs typeface="+mn-cs"/>
              </a:rPr>
              <a:t>purge the eunuchs</a:t>
            </a:r>
            <a:r>
              <a:rPr lang="en-US" sz="1200" kern="1200" dirty="0">
                <a:solidFill>
                  <a:schemeClr val="tx1"/>
                </a:solidFill>
                <a:effectLst/>
                <a:latin typeface="+mn-lt"/>
                <a:ea typeface="+mn-ea"/>
                <a:cs typeface="+mn-cs"/>
              </a:rPr>
              <a:t> during the </a:t>
            </a:r>
            <a:r>
              <a:rPr lang="en-US" sz="1200" b="1" kern="1200" dirty="0">
                <a:solidFill>
                  <a:schemeClr val="tx1"/>
                </a:solidFill>
                <a:effectLst/>
                <a:latin typeface="+mn-lt"/>
                <a:ea typeface="+mn-ea"/>
                <a:cs typeface="+mn-cs"/>
              </a:rPr>
              <a:t>Sweet Dew Incident</a:t>
            </a:r>
            <a:r>
              <a:rPr lang="en-US" sz="1200" kern="1200" dirty="0">
                <a:solidFill>
                  <a:schemeClr val="tx1"/>
                </a:solidFill>
                <a:effectLst/>
                <a:latin typeface="+mn-lt"/>
                <a:ea typeface="+mn-ea"/>
                <a:cs typeface="+mn-cs"/>
              </a:rPr>
              <a:t>, the plot was discovered. The eunuchs responded with a </a:t>
            </a:r>
            <a:r>
              <a:rPr lang="en-US" sz="1200" b="1" kern="1200" dirty="0">
                <a:solidFill>
                  <a:schemeClr val="tx1"/>
                </a:solidFill>
                <a:effectLst/>
                <a:latin typeface="+mn-lt"/>
                <a:ea typeface="+mn-ea"/>
                <a:cs typeface="+mn-cs"/>
              </a:rPr>
              <a:t>massacre</a:t>
            </a:r>
            <a:r>
              <a:rPr lang="en-US" sz="1200" kern="1200" dirty="0">
                <a:solidFill>
                  <a:schemeClr val="tx1"/>
                </a:solidFill>
                <a:effectLst/>
                <a:latin typeface="+mn-lt"/>
                <a:ea typeface="+mn-ea"/>
                <a:cs typeface="+mn-cs"/>
              </a:rPr>
              <a:t>, ordering the </a:t>
            </a:r>
            <a:r>
              <a:rPr lang="en-US" sz="1200" b="1" kern="1200" dirty="0">
                <a:solidFill>
                  <a:schemeClr val="tx1"/>
                </a:solidFill>
                <a:effectLst/>
                <a:latin typeface="+mn-lt"/>
                <a:ea typeface="+mn-ea"/>
                <a:cs typeface="+mn-cs"/>
              </a:rPr>
              <a:t>execution of over 1,000 officials</a:t>
            </a:r>
            <a:r>
              <a:rPr lang="en-US" sz="1200" kern="1200" dirty="0">
                <a:solidFill>
                  <a:schemeClr val="tx1"/>
                </a:solidFill>
                <a:effectLst/>
                <a:latin typeface="+mn-lt"/>
                <a:ea typeface="+mn-ea"/>
                <a:cs typeface="+mn-cs"/>
              </a:rPr>
              <a:t> and their families. This event solidified the </a:t>
            </a:r>
            <a:r>
              <a:rPr lang="en-US" sz="1200" b="1" kern="1200" dirty="0">
                <a:solidFill>
                  <a:schemeClr val="tx1"/>
                </a:solidFill>
                <a:effectLst/>
                <a:latin typeface="+mn-lt"/>
                <a:ea typeface="+mn-ea"/>
                <a:cs typeface="+mn-cs"/>
              </a:rPr>
              <a:t>eunuchs' dominance</a:t>
            </a:r>
            <a:r>
              <a:rPr lang="en-US" sz="1200" kern="1200" dirty="0">
                <a:solidFill>
                  <a:schemeClr val="tx1"/>
                </a:solidFill>
                <a:effectLst/>
                <a:latin typeface="+mn-lt"/>
                <a:ea typeface="+mn-ea"/>
                <a:cs typeface="+mn-cs"/>
              </a:rPr>
              <a:t> over the Tang court, ensuring that any opposition would be met with swift and deadly consequences.</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69</a:t>
            </a:fld>
            <a:endParaRPr lang="en-US"/>
          </a:p>
        </p:txBody>
      </p:sp>
    </p:spTree>
    <p:extLst>
      <p:ext uri="{BB962C8B-B14F-4D97-AF65-F5344CB8AC3E}">
        <p14:creationId xmlns:p14="http://schemas.microsoft.com/office/powerpoint/2010/main" val="7421407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Changes in Religious Policy: Favoring Taoism and Persecuting Buddhism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aftermath of the rebellion, the Tang emperors shifted their religious policy in favor of </a:t>
            </a:r>
            <a:r>
              <a:rPr lang="en-US" sz="1200" b="1" kern="1200" dirty="0">
                <a:solidFill>
                  <a:schemeClr val="tx1"/>
                </a:solidFill>
                <a:effectLst/>
                <a:latin typeface="+mn-lt"/>
                <a:ea typeface="+mn-ea"/>
                <a:cs typeface="+mn-cs"/>
              </a:rPr>
              <a:t>Taoism</a:t>
            </a:r>
            <a:r>
              <a:rPr lang="en-US" sz="1200" kern="1200" dirty="0">
                <a:solidFill>
                  <a:schemeClr val="tx1"/>
                </a:solidFill>
                <a:effectLst/>
                <a:latin typeface="+mn-lt"/>
                <a:ea typeface="+mn-ea"/>
                <a:cs typeface="+mn-cs"/>
              </a:rPr>
              <a:t>, often at the expense of </a:t>
            </a:r>
            <a:r>
              <a:rPr lang="en-US" sz="1200" b="1" kern="1200" dirty="0">
                <a:solidFill>
                  <a:schemeClr val="tx1"/>
                </a:solidFill>
                <a:effectLst/>
                <a:latin typeface="+mn-lt"/>
                <a:ea typeface="+mn-ea"/>
                <a:cs typeface="+mn-cs"/>
              </a:rPr>
              <a:t>Buddhism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Buddhism</a:t>
            </a:r>
            <a:r>
              <a:rPr lang="en-US" sz="1200" kern="1200" dirty="0">
                <a:solidFill>
                  <a:schemeClr val="tx1"/>
                </a:solidFill>
                <a:effectLst/>
                <a:latin typeface="+mn-lt"/>
                <a:ea typeface="+mn-ea"/>
                <a:cs typeface="+mn-cs"/>
              </a:rPr>
              <a:t>, which had enjoyed imperial patronage and flourished during the early Tang, became a target of </a:t>
            </a:r>
            <a:r>
              <a:rPr lang="en-US" sz="1200" b="1" kern="1200" dirty="0">
                <a:solidFill>
                  <a:schemeClr val="tx1"/>
                </a:solidFill>
                <a:effectLst/>
                <a:latin typeface="+mn-lt"/>
                <a:ea typeface="+mn-ea"/>
                <a:cs typeface="+mn-cs"/>
              </a:rPr>
              <a:t>persecution</a:t>
            </a:r>
            <a:r>
              <a:rPr lang="en-US" sz="1200" kern="1200" dirty="0">
                <a:solidFill>
                  <a:schemeClr val="tx1"/>
                </a:solidFill>
                <a:effectLst/>
                <a:latin typeface="+mn-lt"/>
                <a:ea typeface="+mn-ea"/>
                <a:cs typeface="+mn-cs"/>
              </a:rPr>
              <a:t> as the dynasty sought to regain control over economic resources and assert its authority over religious institutions.</a:t>
            </a:r>
          </a:p>
          <a:p>
            <a:r>
              <a:rPr lang="en-US" sz="1200" kern="1200" dirty="0">
                <a:solidFill>
                  <a:schemeClr val="tx1"/>
                </a:solidFill>
                <a:effectLst/>
                <a:latin typeface="+mn-lt"/>
                <a:ea typeface="+mn-ea"/>
                <a:cs typeface="+mn-cs"/>
              </a:rPr>
              <a:t>Imperial decrees led to the </a:t>
            </a:r>
            <a:r>
              <a:rPr lang="en-US" sz="1200" b="1" kern="1200" dirty="0">
                <a:solidFill>
                  <a:schemeClr val="tx1"/>
                </a:solidFill>
                <a:effectLst/>
                <a:latin typeface="+mn-lt"/>
                <a:ea typeface="+mn-ea"/>
                <a:cs typeface="+mn-cs"/>
              </a:rPr>
              <a:t>confiscation of Buddhist temple lands</a:t>
            </a:r>
            <a:r>
              <a:rPr lang="en-US" sz="1200" kern="1200" dirty="0">
                <a:solidFill>
                  <a:schemeClr val="tx1"/>
                </a:solidFill>
                <a:effectLst/>
                <a:latin typeface="+mn-lt"/>
                <a:ea typeface="+mn-ea"/>
                <a:cs typeface="+mn-cs"/>
              </a:rPr>
              <a:t>, the </a:t>
            </a:r>
            <a:r>
              <a:rPr lang="en-US" sz="1200" b="1" kern="1200" dirty="0">
                <a:solidFill>
                  <a:schemeClr val="tx1"/>
                </a:solidFill>
                <a:effectLst/>
                <a:latin typeface="+mn-lt"/>
                <a:ea typeface="+mn-ea"/>
                <a:cs typeface="+mn-cs"/>
              </a:rPr>
              <a:t>defrocking of monks</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release of slaves and dependents</a:t>
            </a:r>
            <a:r>
              <a:rPr lang="en-US" sz="1200" kern="1200" dirty="0">
                <a:solidFill>
                  <a:schemeClr val="tx1"/>
                </a:solidFill>
                <a:effectLst/>
                <a:latin typeface="+mn-lt"/>
                <a:ea typeface="+mn-ea"/>
                <a:cs typeface="+mn-cs"/>
              </a:rPr>
              <a:t> associated with monastic estates. These measures were intended to diminish the economic power of the </a:t>
            </a:r>
            <a:r>
              <a:rPr lang="en-US" sz="1200" b="1" kern="1200" dirty="0">
                <a:solidFill>
                  <a:schemeClr val="tx1"/>
                </a:solidFill>
                <a:effectLst/>
                <a:latin typeface="+mn-lt"/>
                <a:ea typeface="+mn-ea"/>
                <a:cs typeface="+mn-cs"/>
              </a:rPr>
              <a:t>Buddhist church</a:t>
            </a:r>
            <a:r>
              <a:rPr lang="en-US" sz="1200" kern="1200" dirty="0">
                <a:solidFill>
                  <a:schemeClr val="tx1"/>
                </a:solidFill>
                <a:effectLst/>
                <a:latin typeface="+mn-lt"/>
                <a:ea typeface="+mn-ea"/>
                <a:cs typeface="+mn-cs"/>
              </a:rPr>
              <a:t> and redirect resources back to the state. The Tang court also </a:t>
            </a:r>
            <a:r>
              <a:rPr lang="en-US" sz="1200" b="1" kern="1200" dirty="0">
                <a:solidFill>
                  <a:schemeClr val="tx1"/>
                </a:solidFill>
                <a:effectLst/>
                <a:latin typeface="+mn-lt"/>
                <a:ea typeface="+mn-ea"/>
                <a:cs typeface="+mn-cs"/>
              </a:rPr>
              <a:t>instituted regulations</a:t>
            </a:r>
            <a:r>
              <a:rPr lang="en-US" sz="1200" kern="1200" dirty="0">
                <a:solidFill>
                  <a:schemeClr val="tx1"/>
                </a:solidFill>
                <a:effectLst/>
                <a:latin typeface="+mn-lt"/>
                <a:ea typeface="+mn-ea"/>
                <a:cs typeface="+mn-cs"/>
              </a:rPr>
              <a:t> to control the number of </a:t>
            </a:r>
            <a:r>
              <a:rPr lang="en-US" sz="1200" b="1" kern="1200" dirty="0">
                <a:solidFill>
                  <a:schemeClr val="tx1"/>
                </a:solidFill>
                <a:effectLst/>
                <a:latin typeface="+mn-lt"/>
                <a:ea typeface="+mn-ea"/>
                <a:cs typeface="+mn-cs"/>
              </a:rPr>
              <a:t>monks and monasteries</a:t>
            </a:r>
            <a:r>
              <a:rPr lang="en-US" sz="1200" kern="1200" dirty="0">
                <a:solidFill>
                  <a:schemeClr val="tx1"/>
                </a:solidFill>
                <a:effectLst/>
                <a:latin typeface="+mn-lt"/>
                <a:ea typeface="+mn-ea"/>
                <a:cs typeface="+mn-cs"/>
              </a:rPr>
              <a:t>, seeking to curtail the influence of Buddhism and reassert </a:t>
            </a:r>
            <a:r>
              <a:rPr lang="en-US" sz="1200" b="1" kern="1200" dirty="0">
                <a:solidFill>
                  <a:schemeClr val="tx1"/>
                </a:solidFill>
                <a:effectLst/>
                <a:latin typeface="+mn-lt"/>
                <a:ea typeface="+mn-ea"/>
                <a:cs typeface="+mn-cs"/>
              </a:rPr>
              <a:t>Confucian and Taoist values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This shift in religious policy was partly driven by a desire to weaken institutions that had grown too powerful and autonomous, such as large Buddhist monasteries that controlled extensive lands and wealth. However, it also reflected the broader effort to </a:t>
            </a:r>
            <a:r>
              <a:rPr lang="en-US" sz="1200" b="1" kern="1200" dirty="0">
                <a:solidFill>
                  <a:schemeClr val="tx1"/>
                </a:solidFill>
                <a:effectLst/>
                <a:latin typeface="+mn-lt"/>
                <a:ea typeface="+mn-ea"/>
                <a:cs typeface="+mn-cs"/>
              </a:rPr>
              <a:t>restore traditional Chinese values</a:t>
            </a:r>
            <a:r>
              <a:rPr lang="en-US" sz="1200" kern="1200" dirty="0">
                <a:solidFill>
                  <a:schemeClr val="tx1"/>
                </a:solidFill>
                <a:effectLst/>
                <a:latin typeface="+mn-lt"/>
                <a:ea typeface="+mn-ea"/>
                <a:cs typeface="+mn-cs"/>
              </a:rPr>
              <a:t> and reassert imperial authority in the aftermath of the social and political upheaval caused by the rebellion.</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70</a:t>
            </a:fld>
            <a:endParaRPr lang="en-US"/>
          </a:p>
        </p:txBody>
      </p:sp>
    </p:spTree>
    <p:extLst>
      <p:ext uri="{BB962C8B-B14F-4D97-AF65-F5344CB8AC3E}">
        <p14:creationId xmlns:p14="http://schemas.microsoft.com/office/powerpoint/2010/main" val="3991350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Factionalism and the Fragmentation of the Court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domination of eunuchs</a:t>
            </a:r>
            <a:r>
              <a:rPr lang="en-US" sz="1200" kern="1200" dirty="0">
                <a:solidFill>
                  <a:schemeClr val="tx1"/>
                </a:solidFill>
                <a:effectLst/>
                <a:latin typeface="+mn-lt"/>
                <a:ea typeface="+mn-ea"/>
                <a:cs typeface="+mn-cs"/>
              </a:rPr>
              <a:t> within the Tang court led to increasing </a:t>
            </a:r>
            <a:r>
              <a:rPr lang="en-US" sz="1200" b="1" kern="1200" dirty="0">
                <a:solidFill>
                  <a:schemeClr val="tx1"/>
                </a:solidFill>
                <a:effectLst/>
                <a:latin typeface="+mn-lt"/>
                <a:ea typeface="+mn-ea"/>
                <a:cs typeface="+mn-cs"/>
              </a:rPr>
              <a:t>factionalism</a:t>
            </a:r>
            <a:r>
              <a:rPr lang="en-US" sz="1200" kern="1200" dirty="0">
                <a:solidFill>
                  <a:schemeClr val="tx1"/>
                </a:solidFill>
                <a:effectLst/>
                <a:latin typeface="+mn-lt"/>
                <a:ea typeface="+mn-ea"/>
                <a:cs typeface="+mn-cs"/>
              </a:rPr>
              <a:t> among officials. Scholar-officials and military leaders often found themselves </a:t>
            </a:r>
            <a:r>
              <a:rPr lang="en-US" sz="1200" b="1" kern="1200" dirty="0">
                <a:solidFill>
                  <a:schemeClr val="tx1"/>
                </a:solidFill>
                <a:effectLst/>
                <a:latin typeface="+mn-lt"/>
                <a:ea typeface="+mn-ea"/>
                <a:cs typeface="+mn-cs"/>
              </a:rPr>
              <a:t>aligning with different eunuch factions</a:t>
            </a:r>
            <a:r>
              <a:rPr lang="en-US" sz="1200" kern="1200" dirty="0">
                <a:solidFill>
                  <a:schemeClr val="tx1"/>
                </a:solidFill>
                <a:effectLst/>
                <a:latin typeface="+mn-lt"/>
                <a:ea typeface="+mn-ea"/>
                <a:cs typeface="+mn-cs"/>
              </a:rPr>
              <a:t> to secure their positions and influence. This factionalism contributed to a </a:t>
            </a:r>
            <a:r>
              <a:rPr lang="en-US" sz="1200" b="1" kern="1200" dirty="0">
                <a:solidFill>
                  <a:schemeClr val="tx1"/>
                </a:solidFill>
                <a:effectLst/>
                <a:latin typeface="+mn-lt"/>
                <a:ea typeface="+mn-ea"/>
                <a:cs typeface="+mn-cs"/>
              </a:rPr>
              <a:t>divisive political atmosphere</a:t>
            </a:r>
            <a:r>
              <a:rPr lang="en-US" sz="1200" kern="1200" dirty="0">
                <a:solidFill>
                  <a:schemeClr val="tx1"/>
                </a:solidFill>
                <a:effectLst/>
                <a:latin typeface="+mn-lt"/>
                <a:ea typeface="+mn-ea"/>
                <a:cs typeface="+mn-cs"/>
              </a:rPr>
              <a:t>, where loyalty to the emperor was frequently secondary to allegiance to powerful eunuch factions.</a:t>
            </a:r>
          </a:p>
          <a:p>
            <a:r>
              <a:rPr lang="en-US" sz="1200" kern="1200" dirty="0">
                <a:solidFill>
                  <a:schemeClr val="tx1"/>
                </a:solidFill>
                <a:effectLst/>
                <a:latin typeface="+mn-lt"/>
                <a:ea typeface="+mn-ea"/>
                <a:cs typeface="+mn-cs"/>
              </a:rPr>
              <a:t>The constant power struggles between </a:t>
            </a:r>
            <a:r>
              <a:rPr lang="en-US" sz="1200" b="1" kern="1200" dirty="0">
                <a:solidFill>
                  <a:schemeClr val="tx1"/>
                </a:solidFill>
                <a:effectLst/>
                <a:latin typeface="+mn-lt"/>
                <a:ea typeface="+mn-ea"/>
                <a:cs typeface="+mn-cs"/>
              </a:rPr>
              <a:t>eunuchs, regional warlords, and court officials</a:t>
            </a:r>
            <a:r>
              <a:rPr lang="en-US" sz="1200" kern="1200" dirty="0">
                <a:solidFill>
                  <a:schemeClr val="tx1"/>
                </a:solidFill>
                <a:effectLst/>
                <a:latin typeface="+mn-lt"/>
                <a:ea typeface="+mn-ea"/>
                <a:cs typeface="+mn-cs"/>
              </a:rPr>
              <a:t> further weakened the </a:t>
            </a:r>
            <a:r>
              <a:rPr lang="en-US" sz="1200" b="1" kern="1200" dirty="0">
                <a:solidFill>
                  <a:schemeClr val="tx1"/>
                </a:solidFill>
                <a:effectLst/>
                <a:latin typeface="+mn-lt"/>
                <a:ea typeface="+mn-ea"/>
                <a:cs typeface="+mn-cs"/>
              </a:rPr>
              <a:t>central government</a:t>
            </a:r>
            <a:r>
              <a:rPr lang="en-US" sz="1200" kern="1200" dirty="0">
                <a:solidFill>
                  <a:schemeClr val="tx1"/>
                </a:solidFill>
                <a:effectLst/>
                <a:latin typeface="+mn-lt"/>
                <a:ea typeface="+mn-ea"/>
                <a:cs typeface="+mn-cs"/>
              </a:rPr>
              <a:t>, making it difficult for the Tang emperors to maintain unity and effectively govern the empire. The lack of </a:t>
            </a:r>
            <a:r>
              <a:rPr lang="en-US" sz="1200" b="1" kern="1200" dirty="0">
                <a:solidFill>
                  <a:schemeClr val="tx1"/>
                </a:solidFill>
                <a:effectLst/>
                <a:latin typeface="+mn-lt"/>
                <a:ea typeface="+mn-ea"/>
                <a:cs typeface="+mn-cs"/>
              </a:rPr>
              <a:t>political cohesion</a:t>
            </a:r>
            <a:r>
              <a:rPr lang="en-US" sz="1200" kern="1200" dirty="0">
                <a:solidFill>
                  <a:schemeClr val="tx1"/>
                </a:solidFill>
                <a:effectLst/>
                <a:latin typeface="+mn-lt"/>
                <a:ea typeface="+mn-ea"/>
                <a:cs typeface="+mn-cs"/>
              </a:rPr>
              <a:t> and the erosion of the imperial authority meant that the Tang Dynasty never regained the </a:t>
            </a:r>
            <a:r>
              <a:rPr lang="en-US" sz="1200" b="1" kern="1200" dirty="0">
                <a:solidFill>
                  <a:schemeClr val="tx1"/>
                </a:solidFill>
                <a:effectLst/>
                <a:latin typeface="+mn-lt"/>
                <a:ea typeface="+mn-ea"/>
                <a:cs typeface="+mn-cs"/>
              </a:rPr>
              <a:t>centralized control</a:t>
            </a:r>
            <a:r>
              <a:rPr lang="en-US" sz="1200" kern="1200" dirty="0">
                <a:solidFill>
                  <a:schemeClr val="tx1"/>
                </a:solidFill>
                <a:effectLst/>
                <a:latin typeface="+mn-lt"/>
                <a:ea typeface="+mn-ea"/>
                <a:cs typeface="+mn-cs"/>
              </a:rPr>
              <a:t> it had enjoyed before the rebellion.</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71</a:t>
            </a:fld>
            <a:endParaRPr lang="en-US"/>
          </a:p>
        </p:txBody>
      </p:sp>
    </p:spTree>
    <p:extLst>
      <p:ext uri="{BB962C8B-B14F-4D97-AF65-F5344CB8AC3E}">
        <p14:creationId xmlns:p14="http://schemas.microsoft.com/office/powerpoint/2010/main" val="3324857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Decline of Central Authority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decline of the Tang Dynasty’s central authority began long before its official collapse in 907 CE. The </a:t>
            </a:r>
            <a:r>
              <a:rPr lang="en-US" sz="1200" b="1" kern="1200" dirty="0">
                <a:solidFill>
                  <a:schemeClr val="tx1"/>
                </a:solidFill>
                <a:effectLst/>
                <a:latin typeface="+mn-lt"/>
                <a:ea typeface="+mn-ea"/>
                <a:cs typeface="+mn-cs"/>
              </a:rPr>
              <a:t>An Lushan Rebellion</a:t>
            </a:r>
            <a:r>
              <a:rPr lang="en-US" sz="1200" kern="1200" dirty="0">
                <a:solidFill>
                  <a:schemeClr val="tx1"/>
                </a:solidFill>
                <a:effectLst/>
                <a:latin typeface="+mn-lt"/>
                <a:ea typeface="+mn-ea"/>
                <a:cs typeface="+mn-cs"/>
              </a:rPr>
              <a:t> (755–763 CE) was a pivotal turning point that weakened the Tang’s control over its territories. Although the rebellion was eventually suppressed, it caused immense loss of life and economic devastation, leaving large regions depopulated and agricultural production severely disrupted. The rebellion also exposed the underlying vulnerabilities in the Tang political and military structures, leading to a shift in power from the central government to </a:t>
            </a:r>
            <a:r>
              <a:rPr lang="en-US" sz="1200" b="1" kern="1200" dirty="0">
                <a:solidFill>
                  <a:schemeClr val="tx1"/>
                </a:solidFill>
                <a:effectLst/>
                <a:latin typeface="+mn-lt"/>
                <a:ea typeface="+mn-ea"/>
                <a:cs typeface="+mn-cs"/>
              </a:rPr>
              <a:t>regional military governors (</a:t>
            </a:r>
            <a:r>
              <a:rPr lang="en-US" sz="1200" b="1" kern="1200" dirty="0" err="1">
                <a:solidFill>
                  <a:schemeClr val="tx1"/>
                </a:solidFill>
                <a:effectLst/>
                <a:latin typeface="+mn-lt"/>
                <a:ea typeface="+mn-ea"/>
                <a:cs typeface="+mn-cs"/>
              </a:rPr>
              <a:t>jiedushi</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Following the An Lushan Rebellion, the </a:t>
            </a:r>
            <a:r>
              <a:rPr lang="en-US" sz="1200" b="1" kern="1200" dirty="0" err="1">
                <a:solidFill>
                  <a:schemeClr val="tx1"/>
                </a:solidFill>
                <a:effectLst/>
                <a:latin typeface="+mn-lt"/>
                <a:ea typeface="+mn-ea"/>
                <a:cs typeface="+mn-cs"/>
              </a:rPr>
              <a:t>jiedushi</a:t>
            </a:r>
            <a:r>
              <a:rPr lang="en-US" sz="1200" kern="1200" dirty="0">
                <a:solidFill>
                  <a:schemeClr val="tx1"/>
                </a:solidFill>
                <a:effectLst/>
                <a:latin typeface="+mn-lt"/>
                <a:ea typeface="+mn-ea"/>
                <a:cs typeface="+mn-cs"/>
              </a:rPr>
              <a:t> were granted greater autonomy, including control over local taxation and military forces. These governors, who were originally appointed to protect the frontiers, gradually became semi-independent rulers, only nominally loyal to the Tang emperor. The central court’s inability to rein in the </a:t>
            </a:r>
            <a:r>
              <a:rPr lang="en-US" sz="1200" b="1" kern="1200" dirty="0" err="1">
                <a:solidFill>
                  <a:schemeClr val="tx1"/>
                </a:solidFill>
                <a:effectLst/>
                <a:latin typeface="+mn-lt"/>
                <a:ea typeface="+mn-ea"/>
                <a:cs typeface="+mn-cs"/>
              </a:rPr>
              <a:t>jiedushi</a:t>
            </a:r>
            <a:r>
              <a:rPr lang="en-US" sz="1200" kern="1200" dirty="0">
                <a:solidFill>
                  <a:schemeClr val="tx1"/>
                </a:solidFill>
                <a:effectLst/>
                <a:latin typeface="+mn-lt"/>
                <a:ea typeface="+mn-ea"/>
                <a:cs typeface="+mn-cs"/>
              </a:rPr>
              <a:t> resulted in a de facto </a:t>
            </a:r>
            <a:r>
              <a:rPr lang="en-US" sz="1200" b="1" kern="1200" dirty="0">
                <a:solidFill>
                  <a:schemeClr val="tx1"/>
                </a:solidFill>
                <a:effectLst/>
                <a:latin typeface="+mn-lt"/>
                <a:ea typeface="+mn-ea"/>
                <a:cs typeface="+mn-cs"/>
              </a:rPr>
              <a:t>decentralization</a:t>
            </a:r>
            <a:r>
              <a:rPr lang="en-US" sz="1200" kern="1200" dirty="0">
                <a:solidFill>
                  <a:schemeClr val="tx1"/>
                </a:solidFill>
                <a:effectLst/>
                <a:latin typeface="+mn-lt"/>
                <a:ea typeface="+mn-ea"/>
                <a:cs typeface="+mn-cs"/>
              </a:rPr>
              <a:t> of power, with many regional leaders operating as </a:t>
            </a:r>
            <a:r>
              <a:rPr lang="en-US" sz="1200" b="1" kern="1200" dirty="0">
                <a:solidFill>
                  <a:schemeClr val="tx1"/>
                </a:solidFill>
                <a:effectLst/>
                <a:latin typeface="+mn-lt"/>
                <a:ea typeface="+mn-ea"/>
                <a:cs typeface="+mn-cs"/>
              </a:rPr>
              <a:t>warlords</a:t>
            </a:r>
            <a:r>
              <a:rPr lang="en-US" sz="1200" kern="1200" dirty="0">
                <a:solidFill>
                  <a:schemeClr val="tx1"/>
                </a:solidFill>
                <a:effectLst/>
                <a:latin typeface="+mn-lt"/>
                <a:ea typeface="+mn-ea"/>
                <a:cs typeface="+mn-cs"/>
              </a:rPr>
              <a:t>. This fragmented the political landscape of China and eroded the authority of the Tang court, making it increasingly difficult for the emperors to maintain unity.</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73</a:t>
            </a:fld>
            <a:endParaRPr lang="en-US"/>
          </a:p>
        </p:txBody>
      </p:sp>
    </p:spTree>
    <p:extLst>
      <p:ext uri="{BB962C8B-B14F-4D97-AF65-F5344CB8AC3E}">
        <p14:creationId xmlns:p14="http://schemas.microsoft.com/office/powerpoint/2010/main" val="3970281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Rise of Eunuch Power and Court Factionalism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eunuchs</a:t>
            </a:r>
            <a:r>
              <a:rPr lang="en-US" sz="1200" kern="1200" dirty="0">
                <a:solidFill>
                  <a:schemeClr val="tx1"/>
                </a:solidFill>
                <a:effectLst/>
                <a:latin typeface="+mn-lt"/>
                <a:ea typeface="+mn-ea"/>
                <a:cs typeface="+mn-cs"/>
              </a:rPr>
              <a:t> played a significant role in the political dynamics of the Tang court, especially during the dynasty’s later years. Originally serving as palace attendants, the eunuchs gradually gained influence over the emperor and control of the </a:t>
            </a:r>
            <a:r>
              <a:rPr lang="en-US" sz="1200" b="1" kern="1200" dirty="0">
                <a:solidFill>
                  <a:schemeClr val="tx1"/>
                </a:solidFill>
                <a:effectLst/>
                <a:latin typeface="+mn-lt"/>
                <a:ea typeface="+mn-ea"/>
                <a:cs typeface="+mn-cs"/>
              </a:rPr>
              <a:t>palace armies</a:t>
            </a:r>
            <a:r>
              <a:rPr lang="en-US" sz="1200" kern="1200" dirty="0">
                <a:solidFill>
                  <a:schemeClr val="tx1"/>
                </a:solidFill>
                <a:effectLst/>
                <a:latin typeface="+mn-lt"/>
                <a:ea typeface="+mn-ea"/>
                <a:cs typeface="+mn-cs"/>
              </a:rPr>
              <a:t>. By the 9th century, they had become powerful intermediaries between the emperor and the civil administration, often manipulating appointments and policy decisions.</a:t>
            </a:r>
          </a:p>
          <a:p>
            <a:r>
              <a:rPr lang="en-US" sz="1200" kern="1200" dirty="0">
                <a:solidFill>
                  <a:schemeClr val="tx1"/>
                </a:solidFill>
                <a:effectLst/>
                <a:latin typeface="+mn-lt"/>
                <a:ea typeface="+mn-ea"/>
                <a:cs typeface="+mn-cs"/>
              </a:rPr>
              <a:t>The rise of eunuch power led to </a:t>
            </a:r>
            <a:r>
              <a:rPr lang="en-US" sz="1200" b="1" kern="1200" dirty="0">
                <a:solidFill>
                  <a:schemeClr val="tx1"/>
                </a:solidFill>
                <a:effectLst/>
                <a:latin typeface="+mn-lt"/>
                <a:ea typeface="+mn-ea"/>
                <a:cs typeface="+mn-cs"/>
              </a:rPr>
              <a:t>factionalism</a:t>
            </a:r>
            <a:r>
              <a:rPr lang="en-US" sz="1200" kern="1200" dirty="0">
                <a:solidFill>
                  <a:schemeClr val="tx1"/>
                </a:solidFill>
                <a:effectLst/>
                <a:latin typeface="+mn-lt"/>
                <a:ea typeface="+mn-ea"/>
                <a:cs typeface="+mn-cs"/>
              </a:rPr>
              <a:t> within the court, as scholar-officials and military leaders were forced to align themselves with various eunuch factions to secure their positions. This power struggle weakened the central government, as decisions were made based on factional interests rather than the needs of the state. Efforts to curb the eunuchs’ power, such as the </a:t>
            </a:r>
            <a:r>
              <a:rPr lang="en-US" sz="1200" b="1" kern="1200" dirty="0">
                <a:solidFill>
                  <a:schemeClr val="tx1"/>
                </a:solidFill>
                <a:effectLst/>
                <a:latin typeface="+mn-lt"/>
                <a:ea typeface="+mn-ea"/>
                <a:cs typeface="+mn-cs"/>
              </a:rPr>
              <a:t>Sweet Dew Incident</a:t>
            </a:r>
            <a:r>
              <a:rPr lang="en-US" sz="1200" kern="1200" dirty="0">
                <a:solidFill>
                  <a:schemeClr val="tx1"/>
                </a:solidFill>
                <a:effectLst/>
                <a:latin typeface="+mn-lt"/>
                <a:ea typeface="+mn-ea"/>
                <a:cs typeface="+mn-cs"/>
              </a:rPr>
              <a:t> in 835 CE, failed disastrously. The eunuchs responded to the plot with a </a:t>
            </a:r>
            <a:r>
              <a:rPr lang="en-US" sz="1200" b="1" kern="1200" dirty="0">
                <a:solidFill>
                  <a:schemeClr val="tx1"/>
                </a:solidFill>
                <a:effectLst/>
                <a:latin typeface="+mn-lt"/>
                <a:ea typeface="+mn-ea"/>
                <a:cs typeface="+mn-cs"/>
              </a:rPr>
              <a:t>massacre</a:t>
            </a:r>
            <a:r>
              <a:rPr lang="en-US" sz="1200" kern="1200" dirty="0">
                <a:solidFill>
                  <a:schemeClr val="tx1"/>
                </a:solidFill>
                <a:effectLst/>
                <a:latin typeface="+mn-lt"/>
                <a:ea typeface="+mn-ea"/>
                <a:cs typeface="+mn-cs"/>
              </a:rPr>
              <a:t>, killing over </a:t>
            </a:r>
            <a:r>
              <a:rPr lang="en-US" sz="1200" b="1" kern="1200" dirty="0">
                <a:solidFill>
                  <a:schemeClr val="tx1"/>
                </a:solidFill>
                <a:effectLst/>
                <a:latin typeface="+mn-lt"/>
                <a:ea typeface="+mn-ea"/>
                <a:cs typeface="+mn-cs"/>
              </a:rPr>
              <a:t>1,000 officials</a:t>
            </a:r>
            <a:r>
              <a:rPr lang="en-US" sz="1200" kern="1200" dirty="0">
                <a:solidFill>
                  <a:schemeClr val="tx1"/>
                </a:solidFill>
                <a:effectLst/>
                <a:latin typeface="+mn-lt"/>
                <a:ea typeface="+mn-ea"/>
                <a:cs typeface="+mn-cs"/>
              </a:rPr>
              <a:t> and further entrenching their dominance over the court.</a:t>
            </a:r>
          </a:p>
          <a:p>
            <a:r>
              <a:rPr lang="en-US" sz="1200" kern="1200" dirty="0">
                <a:solidFill>
                  <a:schemeClr val="tx1"/>
                </a:solidFill>
                <a:effectLst/>
                <a:latin typeface="+mn-lt"/>
                <a:ea typeface="+mn-ea"/>
                <a:cs typeface="+mn-cs"/>
              </a:rPr>
              <a:t>This internal division and lack of a cohesive leadership made it difficult for the Tang Dynasty to respond effectively to the growing external threats and internal rebellions that emerged in the late 9th century.</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74</a:t>
            </a:fld>
            <a:endParaRPr lang="en-US"/>
          </a:p>
        </p:txBody>
      </p:sp>
    </p:spTree>
    <p:extLst>
      <p:ext uri="{BB962C8B-B14F-4D97-AF65-F5344CB8AC3E}">
        <p14:creationId xmlns:p14="http://schemas.microsoft.com/office/powerpoint/2010/main" val="3114612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Economic Hardships and Fiscal Instability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economic foundation of the Tang Dynasty began to crumble in the 9th century. A combination of </a:t>
            </a:r>
            <a:r>
              <a:rPr lang="en-US" sz="1200" b="1" kern="1200" dirty="0">
                <a:solidFill>
                  <a:schemeClr val="tx1"/>
                </a:solidFill>
                <a:effectLst/>
                <a:latin typeface="+mn-lt"/>
                <a:ea typeface="+mn-ea"/>
                <a:cs typeface="+mn-cs"/>
              </a:rPr>
              <a:t>natural disasters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corruption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mismanagement</a:t>
            </a:r>
            <a:r>
              <a:rPr lang="en-US" sz="1200" kern="1200" dirty="0">
                <a:solidFill>
                  <a:schemeClr val="tx1"/>
                </a:solidFill>
                <a:effectLst/>
                <a:latin typeface="+mn-lt"/>
                <a:ea typeface="+mn-ea"/>
                <a:cs typeface="+mn-cs"/>
              </a:rPr>
              <a:t> strained the empire’s resources. Frequent </a:t>
            </a:r>
            <a:r>
              <a:rPr lang="en-US" sz="1200" b="1" kern="1200" dirty="0">
                <a:solidFill>
                  <a:schemeClr val="tx1"/>
                </a:solidFill>
                <a:effectLst/>
                <a:latin typeface="+mn-lt"/>
                <a:ea typeface="+mn-ea"/>
                <a:cs typeface="+mn-cs"/>
              </a:rPr>
              <a:t>droughts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floods</a:t>
            </a:r>
            <a:r>
              <a:rPr lang="en-US" sz="1200" kern="1200" dirty="0">
                <a:solidFill>
                  <a:schemeClr val="tx1"/>
                </a:solidFill>
                <a:effectLst/>
                <a:latin typeface="+mn-lt"/>
                <a:ea typeface="+mn-ea"/>
                <a:cs typeface="+mn-cs"/>
              </a:rPr>
              <a:t> disrupted agricultural production, leading to </a:t>
            </a:r>
            <a:r>
              <a:rPr lang="en-US" sz="1200" b="1" kern="1200" dirty="0">
                <a:solidFill>
                  <a:schemeClr val="tx1"/>
                </a:solidFill>
                <a:effectLst/>
                <a:latin typeface="+mn-lt"/>
                <a:ea typeface="+mn-ea"/>
                <a:cs typeface="+mn-cs"/>
              </a:rPr>
              <a:t>food shortages</a:t>
            </a:r>
            <a:r>
              <a:rPr lang="en-US" sz="1200" kern="1200" dirty="0">
                <a:solidFill>
                  <a:schemeClr val="tx1"/>
                </a:solidFill>
                <a:effectLst/>
                <a:latin typeface="+mn-lt"/>
                <a:ea typeface="+mn-ea"/>
                <a:cs typeface="+mn-cs"/>
              </a:rPr>
              <a:t> and famines that left the population vulnerable and discontented. The economic impact of the An Lushan Rebellion further exacerbated the situation, as it had devastated large parts of the empire’s most fertile regions.</a:t>
            </a:r>
          </a:p>
          <a:p>
            <a:r>
              <a:rPr lang="en-US" sz="1200" kern="1200" dirty="0">
                <a:solidFill>
                  <a:schemeClr val="tx1"/>
                </a:solidFill>
                <a:effectLst/>
                <a:latin typeface="+mn-lt"/>
                <a:ea typeface="+mn-ea"/>
                <a:cs typeface="+mn-cs"/>
              </a:rPr>
              <a:t>In response to the economic challenges, the Tang government attempted to reform its fiscal system, including the introduction of the </a:t>
            </a:r>
            <a:r>
              <a:rPr lang="en-US" sz="1200" b="1" kern="1200" dirty="0">
                <a:solidFill>
                  <a:schemeClr val="tx1"/>
                </a:solidFill>
                <a:effectLst/>
                <a:latin typeface="+mn-lt"/>
                <a:ea typeface="+mn-ea"/>
                <a:cs typeface="+mn-cs"/>
              </a:rPr>
              <a:t>Double Tax System</a:t>
            </a:r>
            <a:r>
              <a:rPr lang="en-US" sz="1200" kern="1200" dirty="0">
                <a:solidFill>
                  <a:schemeClr val="tx1"/>
                </a:solidFill>
                <a:effectLst/>
                <a:latin typeface="+mn-lt"/>
                <a:ea typeface="+mn-ea"/>
                <a:cs typeface="+mn-cs"/>
              </a:rPr>
              <a:t> in 780 CE. This system consolidated land and household taxes into a </a:t>
            </a:r>
            <a:r>
              <a:rPr lang="en-US" sz="1200" b="1" kern="1200" dirty="0">
                <a:solidFill>
                  <a:schemeClr val="tx1"/>
                </a:solidFill>
                <a:effectLst/>
                <a:latin typeface="+mn-lt"/>
                <a:ea typeface="+mn-ea"/>
                <a:cs typeface="+mn-cs"/>
              </a:rPr>
              <a:t>biannual levy</a:t>
            </a:r>
            <a:r>
              <a:rPr lang="en-US" sz="1200" kern="1200" dirty="0">
                <a:solidFill>
                  <a:schemeClr val="tx1"/>
                </a:solidFill>
                <a:effectLst/>
                <a:latin typeface="+mn-lt"/>
                <a:ea typeface="+mn-ea"/>
                <a:cs typeface="+mn-cs"/>
              </a:rPr>
              <a:t> based on land area rather than taxing individuals directly. While it initially helped stabilize state revenues, the Double Tax System also shifted the burden onto </a:t>
            </a:r>
            <a:r>
              <a:rPr lang="en-US" sz="1200" b="1" kern="1200" dirty="0">
                <a:solidFill>
                  <a:schemeClr val="tx1"/>
                </a:solidFill>
                <a:effectLst/>
                <a:latin typeface="+mn-lt"/>
                <a:ea typeface="+mn-ea"/>
                <a:cs typeface="+mn-cs"/>
              </a:rPr>
              <a:t>landowners</a:t>
            </a:r>
            <a:r>
              <a:rPr lang="en-US" sz="1200" kern="1200" dirty="0">
                <a:solidFill>
                  <a:schemeClr val="tx1"/>
                </a:solidFill>
                <a:effectLst/>
                <a:latin typeface="+mn-lt"/>
                <a:ea typeface="+mn-ea"/>
                <a:cs typeface="+mn-cs"/>
              </a:rPr>
              <a:t>, who often passed the costs onto peasants, deepening rural hardship.</a:t>
            </a:r>
          </a:p>
          <a:p>
            <a:r>
              <a:rPr lang="en-US" sz="1200" kern="1200" dirty="0">
                <a:solidFill>
                  <a:schemeClr val="tx1"/>
                </a:solidFill>
                <a:effectLst/>
                <a:latin typeface="+mn-lt"/>
                <a:ea typeface="+mn-ea"/>
                <a:cs typeface="+mn-cs"/>
              </a:rPr>
              <a:t>As the government’s financial position weakened, so too did its ability to maintain infrastructure and pay for the loyalty of the </a:t>
            </a:r>
            <a:r>
              <a:rPr lang="en-US" sz="1200" b="1" kern="1200" dirty="0" err="1">
                <a:solidFill>
                  <a:schemeClr val="tx1"/>
                </a:solidFill>
                <a:effectLst/>
                <a:latin typeface="+mn-lt"/>
                <a:ea typeface="+mn-ea"/>
                <a:cs typeface="+mn-cs"/>
              </a:rPr>
              <a:t>jiedushi</a:t>
            </a:r>
            <a:r>
              <a:rPr lang="en-US" sz="1200" kern="1200" dirty="0">
                <a:solidFill>
                  <a:schemeClr val="tx1"/>
                </a:solidFill>
                <a:effectLst/>
                <a:latin typeface="+mn-lt"/>
                <a:ea typeface="+mn-ea"/>
                <a:cs typeface="+mn-cs"/>
              </a:rPr>
              <a:t>. The lack of funds further diminished the central government’s influence, as regional military governors began to assert more independence, collecting their own taxes and maintaining their own armies.</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75</a:t>
            </a:fld>
            <a:endParaRPr lang="en-US"/>
          </a:p>
        </p:txBody>
      </p:sp>
    </p:spTree>
    <p:extLst>
      <p:ext uri="{BB962C8B-B14F-4D97-AF65-F5344CB8AC3E}">
        <p14:creationId xmlns:p14="http://schemas.microsoft.com/office/powerpoint/2010/main" val="33390689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Internal Rebellions and Social Unrest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later years of the Tang Dynasty were plagued by </a:t>
            </a:r>
            <a:r>
              <a:rPr lang="en-US" sz="1200" b="1" kern="1200" dirty="0">
                <a:solidFill>
                  <a:schemeClr val="tx1"/>
                </a:solidFill>
                <a:effectLst/>
                <a:latin typeface="+mn-lt"/>
                <a:ea typeface="+mn-ea"/>
                <a:cs typeface="+mn-cs"/>
              </a:rPr>
              <a:t>peasant uprisings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rebellions</a:t>
            </a:r>
            <a:r>
              <a:rPr lang="en-US" sz="1200" kern="1200" dirty="0">
                <a:solidFill>
                  <a:schemeClr val="tx1"/>
                </a:solidFill>
                <a:effectLst/>
                <a:latin typeface="+mn-lt"/>
                <a:ea typeface="+mn-ea"/>
                <a:cs typeface="+mn-cs"/>
              </a:rPr>
              <a:t>, reflecting widespread dissatisfaction with the government’s inability to address the suffering of the common people. One of the most significant of these revolts was the </a:t>
            </a:r>
            <a:r>
              <a:rPr lang="en-US" sz="1200" b="1" kern="1200" dirty="0">
                <a:solidFill>
                  <a:schemeClr val="tx1"/>
                </a:solidFill>
                <a:effectLst/>
                <a:latin typeface="+mn-lt"/>
                <a:ea typeface="+mn-ea"/>
                <a:cs typeface="+mn-cs"/>
              </a:rPr>
              <a:t>Huang Chao Rebellion</a:t>
            </a:r>
            <a:r>
              <a:rPr lang="en-US" sz="1200" kern="1200" dirty="0">
                <a:solidFill>
                  <a:schemeClr val="tx1"/>
                </a:solidFill>
                <a:effectLst/>
                <a:latin typeface="+mn-lt"/>
                <a:ea typeface="+mn-ea"/>
                <a:cs typeface="+mn-cs"/>
              </a:rPr>
              <a:t> (874–884 CE). Huang Chao, a salt merchant turned rebel leader, capitalized on the grievances of the peasantry and led a massive uprising against the Tang government.</a:t>
            </a:r>
          </a:p>
          <a:p>
            <a:r>
              <a:rPr lang="en-US" sz="1200" kern="1200" dirty="0">
                <a:solidFill>
                  <a:schemeClr val="tx1"/>
                </a:solidFill>
                <a:effectLst/>
                <a:latin typeface="+mn-lt"/>
                <a:ea typeface="+mn-ea"/>
                <a:cs typeface="+mn-cs"/>
              </a:rPr>
              <a:t>The Huang Chao Rebellion swept across much of central and southern China, sacking major cities including </a:t>
            </a:r>
            <a:r>
              <a:rPr lang="en-US" sz="1200" b="1" kern="1200" dirty="0">
                <a:solidFill>
                  <a:schemeClr val="tx1"/>
                </a:solidFill>
                <a:effectLst/>
                <a:latin typeface="+mn-lt"/>
                <a:ea typeface="+mn-ea"/>
                <a:cs typeface="+mn-cs"/>
              </a:rPr>
              <a:t>Guangzhou</a:t>
            </a:r>
            <a:r>
              <a:rPr lang="en-US" sz="1200" kern="1200" dirty="0">
                <a:solidFill>
                  <a:schemeClr val="tx1"/>
                </a:solidFill>
                <a:effectLst/>
                <a:latin typeface="+mn-lt"/>
                <a:ea typeface="+mn-ea"/>
                <a:cs typeface="+mn-cs"/>
              </a:rPr>
              <a:t> and the imperial capital </a:t>
            </a:r>
            <a:r>
              <a:rPr lang="en-US" sz="1200" b="1" kern="1200" dirty="0" err="1">
                <a:solidFill>
                  <a:schemeClr val="tx1"/>
                </a:solidFill>
                <a:effectLst/>
                <a:latin typeface="+mn-lt"/>
                <a:ea typeface="+mn-ea"/>
                <a:cs typeface="+mn-cs"/>
              </a:rPr>
              <a:t>Chang’an</a:t>
            </a:r>
            <a:r>
              <a:rPr lang="en-US" sz="1200" kern="1200" dirty="0">
                <a:solidFill>
                  <a:schemeClr val="tx1"/>
                </a:solidFill>
                <a:effectLst/>
                <a:latin typeface="+mn-lt"/>
                <a:ea typeface="+mn-ea"/>
                <a:cs typeface="+mn-cs"/>
              </a:rPr>
              <a:t>. Although the rebellion was eventually suppressed with the help of regional warlords, it dealt a devastating blow to the Tang Dynasty, causing further destruction and displacement. The rebellion left the Tang court even more reliant on the military governors, who emerged from the conflict with even greater power and autonomy.</a:t>
            </a:r>
          </a:p>
          <a:p>
            <a:r>
              <a:rPr lang="en-US" sz="1200" kern="1200" dirty="0">
                <a:solidFill>
                  <a:schemeClr val="tx1"/>
                </a:solidFill>
                <a:effectLst/>
                <a:latin typeface="+mn-lt"/>
                <a:ea typeface="+mn-ea"/>
                <a:cs typeface="+mn-cs"/>
              </a:rPr>
              <a:t>The social upheaval caused by these uprisings highlighted the </a:t>
            </a:r>
            <a:r>
              <a:rPr lang="en-US" sz="1200" b="1" kern="1200" dirty="0">
                <a:solidFill>
                  <a:schemeClr val="tx1"/>
                </a:solidFill>
                <a:effectLst/>
                <a:latin typeface="+mn-lt"/>
                <a:ea typeface="+mn-ea"/>
                <a:cs typeface="+mn-cs"/>
              </a:rPr>
              <a:t>growing disconnect</a:t>
            </a:r>
            <a:r>
              <a:rPr lang="en-US" sz="1200" kern="1200" dirty="0">
                <a:solidFill>
                  <a:schemeClr val="tx1"/>
                </a:solidFill>
                <a:effectLst/>
                <a:latin typeface="+mn-lt"/>
                <a:ea typeface="+mn-ea"/>
                <a:cs typeface="+mn-cs"/>
              </a:rPr>
              <a:t> between the Tang court and the local populations. The inability of the central government to address the needs of the people and maintain order further eroded the legitimacy of the Tang emperors, making it increasingly difficult to hold the empire together.</a:t>
            </a:r>
          </a:p>
          <a:p>
            <a:endParaRPr lang="en-US" dirty="0"/>
          </a:p>
        </p:txBody>
      </p:sp>
      <p:sp>
        <p:nvSpPr>
          <p:cNvPr id="4" name="Slide Number Placeholder 3"/>
          <p:cNvSpPr>
            <a:spLocks noGrp="1"/>
          </p:cNvSpPr>
          <p:nvPr>
            <p:ph type="sldNum" sz="quarter" idx="5"/>
          </p:nvPr>
        </p:nvSpPr>
        <p:spPr/>
        <p:txBody>
          <a:bodyPr/>
          <a:lstStyle/>
          <a:p>
            <a:fld id="{87564812-A2F9-4489-AFB9-D023677C38F6}" type="slidenum">
              <a:rPr lang="en-US" smtClean="0"/>
              <a:pPr/>
              <a:t>76</a:t>
            </a:fld>
            <a:endParaRPr lang="en-US"/>
          </a:p>
        </p:txBody>
      </p:sp>
    </p:spTree>
    <p:extLst>
      <p:ext uri="{BB962C8B-B14F-4D97-AF65-F5344CB8AC3E}">
        <p14:creationId xmlns:p14="http://schemas.microsoft.com/office/powerpoint/2010/main" val="4086718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Fall of the Tang Dynasty and the Rise of Regional Powers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the early 10th century, the Tang Dynasty had been reduced to little more than a </a:t>
            </a:r>
            <a:r>
              <a:rPr lang="en-US" sz="1200" b="1" kern="1200" dirty="0">
                <a:solidFill>
                  <a:schemeClr val="tx1"/>
                </a:solidFill>
                <a:effectLst/>
                <a:latin typeface="+mn-lt"/>
                <a:ea typeface="+mn-ea"/>
                <a:cs typeface="+mn-cs"/>
              </a:rPr>
              <a:t>symbolic presence</a:t>
            </a:r>
            <a:r>
              <a:rPr lang="en-US" sz="1200" kern="1200" dirty="0">
                <a:solidFill>
                  <a:schemeClr val="tx1"/>
                </a:solidFill>
                <a:effectLst/>
                <a:latin typeface="+mn-lt"/>
                <a:ea typeface="+mn-ea"/>
                <a:cs typeface="+mn-cs"/>
              </a:rPr>
              <a:t> in </a:t>
            </a:r>
            <a:r>
              <a:rPr lang="en-US" sz="1200" kern="1200" dirty="0" err="1">
                <a:solidFill>
                  <a:schemeClr val="tx1"/>
                </a:solidFill>
                <a:effectLst/>
                <a:latin typeface="+mn-lt"/>
                <a:ea typeface="+mn-ea"/>
                <a:cs typeface="+mn-cs"/>
              </a:rPr>
              <a:t>Chang’an</a:t>
            </a:r>
            <a:r>
              <a:rPr lang="en-US" sz="1200" kern="1200" dirty="0">
                <a:solidFill>
                  <a:schemeClr val="tx1"/>
                </a:solidFill>
                <a:effectLst/>
                <a:latin typeface="+mn-lt"/>
                <a:ea typeface="+mn-ea"/>
                <a:cs typeface="+mn-cs"/>
              </a:rPr>
              <a:t>, with real power resting in the hands of the </a:t>
            </a:r>
            <a:r>
              <a:rPr lang="en-US" sz="1200" b="1" kern="1200" dirty="0">
                <a:solidFill>
                  <a:schemeClr val="tx1"/>
                </a:solidFill>
                <a:effectLst/>
                <a:latin typeface="+mn-lt"/>
                <a:ea typeface="+mn-ea"/>
                <a:cs typeface="+mn-cs"/>
              </a:rPr>
              <a:t>regional warlords</a:t>
            </a:r>
            <a:r>
              <a:rPr lang="en-US" sz="1200" kern="1200" dirty="0">
                <a:solidFill>
                  <a:schemeClr val="tx1"/>
                </a:solidFill>
                <a:effectLst/>
                <a:latin typeface="+mn-lt"/>
                <a:ea typeface="+mn-ea"/>
                <a:cs typeface="+mn-cs"/>
              </a:rPr>
              <a:t>. These warlords, who controlled their own territories and armies, often fought amongst themselves for dominance, leading to a period of fragmentation known as the </a:t>
            </a:r>
            <a:r>
              <a:rPr lang="en-US" sz="1200" b="1" kern="1200" dirty="0">
                <a:solidFill>
                  <a:schemeClr val="tx1"/>
                </a:solidFill>
                <a:effectLst/>
                <a:latin typeface="+mn-lt"/>
                <a:ea typeface="+mn-ea"/>
                <a:cs typeface="+mn-cs"/>
              </a:rPr>
              <a:t>Five Dynasties and Ten Kingdoms</a:t>
            </a:r>
            <a:r>
              <a:rPr lang="en-US" sz="1200" kern="1200" dirty="0">
                <a:solidFill>
                  <a:schemeClr val="tx1"/>
                </a:solidFill>
                <a:effectLst/>
                <a:latin typeface="+mn-lt"/>
                <a:ea typeface="+mn-ea"/>
                <a:cs typeface="+mn-cs"/>
              </a:rPr>
              <a:t> (907–979 CE).</a:t>
            </a:r>
          </a:p>
          <a:p>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907 CE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Zhu Wen</a:t>
            </a:r>
            <a:r>
              <a:rPr lang="en-US" sz="1200" kern="1200" dirty="0">
                <a:solidFill>
                  <a:schemeClr val="tx1"/>
                </a:solidFill>
                <a:effectLst/>
                <a:latin typeface="+mn-lt"/>
                <a:ea typeface="+mn-ea"/>
                <a:cs typeface="+mn-cs"/>
              </a:rPr>
              <a:t>, a former rebel who had risen to power as a military governor, </a:t>
            </a:r>
            <a:r>
              <a:rPr lang="en-US" sz="1200" b="1" kern="1200" dirty="0">
                <a:solidFill>
                  <a:schemeClr val="tx1"/>
                </a:solidFill>
                <a:effectLst/>
                <a:latin typeface="+mn-lt"/>
                <a:ea typeface="+mn-ea"/>
                <a:cs typeface="+mn-cs"/>
              </a:rPr>
              <a:t>deposed the last Tang emperor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Emperor Ai</a:t>
            </a:r>
            <a:r>
              <a:rPr lang="en-US" sz="1200" kern="1200" dirty="0">
                <a:solidFill>
                  <a:schemeClr val="tx1"/>
                </a:solidFill>
                <a:effectLst/>
                <a:latin typeface="+mn-lt"/>
                <a:ea typeface="+mn-ea"/>
                <a:cs typeface="+mn-cs"/>
              </a:rPr>
              <a:t>, and declared himself the ruler of the </a:t>
            </a:r>
            <a:r>
              <a:rPr lang="en-US" sz="1200" b="1" kern="1200" dirty="0">
                <a:solidFill>
                  <a:schemeClr val="tx1"/>
                </a:solidFill>
                <a:effectLst/>
                <a:latin typeface="+mn-lt"/>
                <a:ea typeface="+mn-ea"/>
                <a:cs typeface="+mn-cs"/>
              </a:rPr>
              <a:t>Later Liang</a:t>
            </a:r>
            <a:r>
              <a:rPr lang="en-US" sz="1200" kern="1200" dirty="0">
                <a:solidFill>
                  <a:schemeClr val="tx1"/>
                </a:solidFill>
                <a:effectLst/>
                <a:latin typeface="+mn-lt"/>
                <a:ea typeface="+mn-ea"/>
                <a:cs typeface="+mn-cs"/>
              </a:rPr>
              <a:t> Dynasty. This officially ended the Tang Dynasty and marked the beginning of a new era of </a:t>
            </a:r>
            <a:r>
              <a:rPr lang="en-US" sz="1200" b="1" kern="1200" dirty="0">
                <a:solidFill>
                  <a:schemeClr val="tx1"/>
                </a:solidFill>
                <a:effectLst/>
                <a:latin typeface="+mn-lt"/>
                <a:ea typeface="+mn-ea"/>
                <a:cs typeface="+mn-cs"/>
              </a:rPr>
              <a:t>division and regional rule</a:t>
            </a:r>
            <a:r>
              <a:rPr lang="en-US" sz="1200" kern="1200" dirty="0">
                <a:solidFill>
                  <a:schemeClr val="tx1"/>
                </a:solidFill>
                <a:effectLst/>
                <a:latin typeface="+mn-lt"/>
                <a:ea typeface="+mn-ea"/>
                <a:cs typeface="+mn-cs"/>
              </a:rPr>
              <a:t> in China.</a:t>
            </a:r>
          </a:p>
          <a:p>
            <a:r>
              <a:rPr lang="en-US" sz="1200" kern="1200" dirty="0">
                <a:solidFill>
                  <a:schemeClr val="tx1"/>
                </a:solidFill>
                <a:effectLst/>
                <a:latin typeface="+mn-lt"/>
                <a:ea typeface="+mn-ea"/>
                <a:cs typeface="+mn-cs"/>
              </a:rPr>
              <a:t>The collapse of the Tang Dynasty did not happen suddenly; it was the culmination of </a:t>
            </a:r>
            <a:r>
              <a:rPr lang="en-US" sz="1200" b="1" kern="1200" dirty="0">
                <a:solidFill>
                  <a:schemeClr val="tx1"/>
                </a:solidFill>
                <a:effectLst/>
                <a:latin typeface="+mn-lt"/>
                <a:ea typeface="+mn-ea"/>
                <a:cs typeface="+mn-cs"/>
              </a:rPr>
              <a:t>decades of internal decay</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economic hardship</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political fragmentation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social unrest</a:t>
            </a:r>
            <a:r>
              <a:rPr lang="en-US" sz="1200" kern="1200" dirty="0">
                <a:solidFill>
                  <a:schemeClr val="tx1"/>
                </a:solidFill>
                <a:effectLst/>
                <a:latin typeface="+mn-lt"/>
                <a:ea typeface="+mn-ea"/>
                <a:cs typeface="+mn-cs"/>
              </a:rPr>
              <a:t>. </a:t>
            </a:r>
            <a:r>
              <a:rPr lang="en-US" sz="1200" kern="1200">
                <a:solidFill>
                  <a:schemeClr val="tx1"/>
                </a:solidFill>
                <a:effectLst/>
                <a:latin typeface="+mn-lt"/>
                <a:ea typeface="+mn-ea"/>
                <a:cs typeface="+mn-cs"/>
              </a:rPr>
              <a:t>The inability of the central government to maintain control over its territories, coupled with the rise of regional powers and the decline of imperial authority, ultimately led to the end of one of China’s greatest dynasties.</a:t>
            </a:r>
          </a:p>
          <a:p>
            <a:endParaRPr lang="en-US"/>
          </a:p>
        </p:txBody>
      </p:sp>
      <p:sp>
        <p:nvSpPr>
          <p:cNvPr id="4" name="Slide Number Placeholder 3"/>
          <p:cNvSpPr>
            <a:spLocks noGrp="1"/>
          </p:cNvSpPr>
          <p:nvPr>
            <p:ph type="sldNum" sz="quarter" idx="5"/>
          </p:nvPr>
        </p:nvSpPr>
        <p:spPr/>
        <p:txBody>
          <a:bodyPr/>
          <a:lstStyle/>
          <a:p>
            <a:fld id="{87564812-A2F9-4489-AFB9-D023677C38F6}" type="slidenum">
              <a:rPr lang="en-US" smtClean="0"/>
              <a:pPr/>
              <a:t>77</a:t>
            </a:fld>
            <a:endParaRPr lang="en-US"/>
          </a:p>
        </p:txBody>
      </p:sp>
    </p:spTree>
    <p:extLst>
      <p:ext uri="{BB962C8B-B14F-4D97-AF65-F5344CB8AC3E}">
        <p14:creationId xmlns:p14="http://schemas.microsoft.com/office/powerpoint/2010/main" val="2132142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DE49648-1230-4FB4-A993-35D8E43CA252}" type="slidenum">
              <a:rPr lang="en-US" smtClean="0"/>
              <a:pPr>
                <a:defRPr/>
              </a:pPr>
              <a:t>‹#›</a:t>
            </a:fld>
            <a:endParaRPr lang="en-US"/>
          </a:p>
        </p:txBody>
      </p:sp>
    </p:spTree>
    <p:extLst>
      <p:ext uri="{BB962C8B-B14F-4D97-AF65-F5344CB8AC3E}">
        <p14:creationId xmlns:p14="http://schemas.microsoft.com/office/powerpoint/2010/main" val="33459623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90DEE1-05C2-413C-8EC0-453A681126C5}" type="slidenum">
              <a:rPr lang="en-US" smtClean="0"/>
              <a:pPr>
                <a:defRPr/>
              </a:pPr>
              <a:t>‹#›</a:t>
            </a:fld>
            <a:endParaRPr lang="en-US"/>
          </a:p>
        </p:txBody>
      </p:sp>
    </p:spTree>
    <p:extLst>
      <p:ext uri="{BB962C8B-B14F-4D97-AF65-F5344CB8AC3E}">
        <p14:creationId xmlns:p14="http://schemas.microsoft.com/office/powerpoint/2010/main" val="40541922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18C980B-9681-4B8F-9EA9-709F7CBBE207}" type="slidenum">
              <a:rPr lang="en-US" smtClean="0"/>
              <a:pPr>
                <a:defRPr/>
              </a:pPr>
              <a:t>‹#›</a:t>
            </a:fld>
            <a:endParaRPr lang="en-US"/>
          </a:p>
        </p:txBody>
      </p:sp>
    </p:spTree>
    <p:extLst>
      <p:ext uri="{BB962C8B-B14F-4D97-AF65-F5344CB8AC3E}">
        <p14:creationId xmlns:p14="http://schemas.microsoft.com/office/powerpoint/2010/main" val="264662023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864052E-E78D-4CC4-900B-9377A9477B21}" type="slidenum">
              <a:rPr lang="en-US" smtClean="0"/>
              <a:pPr>
                <a:defRPr/>
              </a:pPr>
              <a:t>‹#›</a:t>
            </a:fld>
            <a:endParaRPr lang="en-US"/>
          </a:p>
        </p:txBody>
      </p:sp>
    </p:spTree>
    <p:extLst>
      <p:ext uri="{BB962C8B-B14F-4D97-AF65-F5344CB8AC3E}">
        <p14:creationId xmlns:p14="http://schemas.microsoft.com/office/powerpoint/2010/main" val="18450337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A14903C-10C6-4624-BE96-92C58CC310C3}" type="slidenum">
              <a:rPr lang="en-US" smtClean="0"/>
              <a:pPr>
                <a:defRPr/>
              </a:pPr>
              <a:t>‹#›</a:t>
            </a:fld>
            <a:endParaRPr lang="en-US"/>
          </a:p>
        </p:txBody>
      </p:sp>
    </p:spTree>
    <p:extLst>
      <p:ext uri="{BB962C8B-B14F-4D97-AF65-F5344CB8AC3E}">
        <p14:creationId xmlns:p14="http://schemas.microsoft.com/office/powerpoint/2010/main" val="1035051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0DA4A36-D20B-4A4E-BC88-BF1EEAF4E97C}" type="slidenum">
              <a:rPr lang="en-US" smtClean="0"/>
              <a:pPr>
                <a:defRPr/>
              </a:pPr>
              <a:t>‹#›</a:t>
            </a:fld>
            <a:endParaRPr lang="en-US"/>
          </a:p>
        </p:txBody>
      </p:sp>
    </p:spTree>
    <p:extLst>
      <p:ext uri="{BB962C8B-B14F-4D97-AF65-F5344CB8AC3E}">
        <p14:creationId xmlns:p14="http://schemas.microsoft.com/office/powerpoint/2010/main" val="207168208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156D775-DB51-4D83-98B0-B3EB6C2F8065}" type="slidenum">
              <a:rPr lang="en-US" smtClean="0"/>
              <a:pPr>
                <a:defRPr/>
              </a:pPr>
              <a:t>‹#›</a:t>
            </a:fld>
            <a:endParaRPr lang="en-US"/>
          </a:p>
        </p:txBody>
      </p:sp>
    </p:spTree>
    <p:extLst>
      <p:ext uri="{BB962C8B-B14F-4D97-AF65-F5344CB8AC3E}">
        <p14:creationId xmlns:p14="http://schemas.microsoft.com/office/powerpoint/2010/main" val="25300725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BFC12DE-5166-46E1-8668-D22DD3FAE904}" type="slidenum">
              <a:rPr lang="en-US" smtClean="0"/>
              <a:pPr>
                <a:defRPr/>
              </a:pPr>
              <a:t>‹#›</a:t>
            </a:fld>
            <a:endParaRPr lang="en-US"/>
          </a:p>
        </p:txBody>
      </p:sp>
    </p:spTree>
    <p:extLst>
      <p:ext uri="{BB962C8B-B14F-4D97-AF65-F5344CB8AC3E}">
        <p14:creationId xmlns:p14="http://schemas.microsoft.com/office/powerpoint/2010/main" val="83998840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B50BA13-9F0F-40F5-9415-E2D40D012356}" type="slidenum">
              <a:rPr lang="en-US" smtClean="0"/>
              <a:pPr>
                <a:defRPr/>
              </a:pPr>
              <a:t>‹#›</a:t>
            </a:fld>
            <a:endParaRPr lang="en-US"/>
          </a:p>
        </p:txBody>
      </p:sp>
    </p:spTree>
    <p:extLst>
      <p:ext uri="{BB962C8B-B14F-4D97-AF65-F5344CB8AC3E}">
        <p14:creationId xmlns:p14="http://schemas.microsoft.com/office/powerpoint/2010/main" val="38625453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1667435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4128818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81812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3082316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2176864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226957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0BC151-BDB7-4089-8944-D330A500BF43}" type="slidenum">
              <a:rPr lang="en-US" smtClean="0"/>
              <a:pPr>
                <a:defRPr/>
              </a:pPr>
              <a:t>‹#›</a:t>
            </a:fld>
            <a:endParaRPr lang="en-US"/>
          </a:p>
        </p:txBody>
      </p:sp>
    </p:spTree>
    <p:extLst>
      <p:ext uri="{BB962C8B-B14F-4D97-AF65-F5344CB8AC3E}">
        <p14:creationId xmlns:p14="http://schemas.microsoft.com/office/powerpoint/2010/main" val="19443556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43C8654-232E-40A2-81E6-DA0D292F0B3C}" type="slidenum">
              <a:rPr lang="en-US" smtClean="0"/>
              <a:pPr>
                <a:defRPr/>
              </a:pPr>
              <a:t>‹#›</a:t>
            </a:fld>
            <a:endParaRPr lang="en-US"/>
          </a:p>
        </p:txBody>
      </p:sp>
    </p:spTree>
    <p:extLst>
      <p:ext uri="{BB962C8B-B14F-4D97-AF65-F5344CB8AC3E}">
        <p14:creationId xmlns:p14="http://schemas.microsoft.com/office/powerpoint/2010/main" val="239703971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22400" y="381000"/>
            <a:ext cx="10363200" cy="1143000"/>
          </a:xfrm>
        </p:spPr>
        <p:txBody>
          <a:bodyPr/>
          <a:lstStyle/>
          <a:p>
            <a:r>
              <a:rPr lang="en-US"/>
              <a:t>Click to edit Master title style</a:t>
            </a:r>
          </a:p>
        </p:txBody>
      </p:sp>
      <p:sp>
        <p:nvSpPr>
          <p:cNvPr id="3" name="SmartArt Placeholder 2"/>
          <p:cNvSpPr>
            <a:spLocks noGrp="1"/>
          </p:cNvSpPr>
          <p:nvPr>
            <p:ph type="dgm" idx="1"/>
          </p:nvPr>
        </p:nvSpPr>
        <p:spPr>
          <a:xfrm>
            <a:off x="1416051" y="1766888"/>
            <a:ext cx="10358967" cy="4113212"/>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6D6282-CD35-4BC2-93C8-206BBBF52389}" type="slidenum">
              <a:rPr lang="en-US"/>
              <a:pPr>
                <a:defRPr/>
              </a:pPr>
              <a:t>‹#›</a:t>
            </a:fld>
            <a:endParaRPr lang="en-US"/>
          </a:p>
        </p:txBody>
      </p:sp>
    </p:spTree>
    <p:extLst>
      <p:ext uri="{BB962C8B-B14F-4D97-AF65-F5344CB8AC3E}">
        <p14:creationId xmlns:p14="http://schemas.microsoft.com/office/powerpoint/2010/main" val="108237754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a:defRPr/>
            </a:pPr>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fld id="{6B2BDF41-D362-41A0-810F-EEA992182103}" type="slidenum">
              <a:rPr lang="en-US" smtClean="0"/>
              <a:pPr>
                <a:defRPr/>
              </a:pPr>
              <a:t>‹#›</a:t>
            </a:fld>
            <a:endParaRPr lang="en-US"/>
          </a:p>
        </p:txBody>
      </p:sp>
    </p:spTree>
    <p:extLst>
      <p:ext uri="{BB962C8B-B14F-4D97-AF65-F5344CB8AC3E}">
        <p14:creationId xmlns:p14="http://schemas.microsoft.com/office/powerpoint/2010/main" val="2535479510"/>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 id="2147483801" r:id="rId18"/>
  </p:sldLayoutIdLst>
  <p:transition>
    <p:fade/>
  </p:transition>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DH5486n9lfs" TargetMode="Externa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healing.about.com/od/east/ig/Mudra-Gallery/" TargetMode="External"/><Relationship Id="rId2" Type="http://schemas.openxmlformats.org/officeDocument/2006/relationships/hyperlink" Target="http://www.playlist.com/searchbeta/tracks" TargetMode="External"/><Relationship Id="rId1" Type="http://schemas.openxmlformats.org/officeDocument/2006/relationships/slideLayout" Target="../slideLayouts/slideLayout2.xml"/><Relationship Id="rId4" Type="http://schemas.openxmlformats.org/officeDocument/2006/relationships/hyperlink" Target="http://commons.wikimedia.org/wiki/Mandala"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ideo" Target="https://www.youtube.com/embed/R-ZO7bsA2pA?feature=oembed"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ideo" Target="https://www.youtube.com/embed/rQP4QKUSxRA?rel=0" TargetMode="Externa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IYVcjFhpsHc?feature=oembed" TargetMode="External"/><Relationship Id="rId4" Type="http://schemas.openxmlformats.org/officeDocument/2006/relationships/image" Target="../media/image1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hyperlink" Target="https://www.uclahealth.org/marc/mpeg/01_Breathing_Meditation.mp3"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ln w="9525" cmpd="sng"/>
        </p:spPr>
        <p:txBody>
          <a:bodyPr/>
          <a:lstStyle/>
          <a:p>
            <a:pPr eaLnBrk="1" hangingPunct="1"/>
            <a:r>
              <a:rPr lang="en-US" dirty="0"/>
              <a:t>Cosmopolitan Empires of Sui and Tang</a:t>
            </a:r>
          </a:p>
        </p:txBody>
      </p:sp>
      <p:sp>
        <p:nvSpPr>
          <p:cNvPr id="4099" name="Rectangle 3"/>
          <p:cNvSpPr>
            <a:spLocks noGrp="1" noChangeArrowheads="1"/>
          </p:cNvSpPr>
          <p:nvPr>
            <p:ph type="subTitle" idx="1"/>
          </p:nvPr>
        </p:nvSpPr>
        <p:spPr>
          <a:ln w="9525"/>
        </p:spPr>
        <p:txBody>
          <a:bodyPr/>
          <a:lstStyle/>
          <a:p>
            <a:pPr eaLnBrk="1" hangingPunct="1"/>
            <a:r>
              <a:rPr lang="en-US" dirty="0"/>
              <a:t>Chapter 5</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0" y="533400"/>
            <a:ext cx="8013192" cy="1636776"/>
          </a:xfrm>
        </p:spPr>
        <p:txBody>
          <a:bodyPr>
            <a:normAutofit/>
          </a:bodyPr>
          <a:lstStyle/>
          <a:p>
            <a:r>
              <a:rPr lang="en-US" dirty="0"/>
              <a:t>The Northwest Military Aristocracy and the Sui Unification of China</a:t>
            </a:r>
          </a:p>
        </p:txBody>
      </p:sp>
    </p:spTree>
    <p:extLst>
      <p:ext uri="{BB962C8B-B14F-4D97-AF65-F5344CB8AC3E}">
        <p14:creationId xmlns:p14="http://schemas.microsoft.com/office/powerpoint/2010/main" val="142578314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The Sui (581-617)</a:t>
            </a:r>
          </a:p>
        </p:txBody>
      </p:sp>
      <p:sp>
        <p:nvSpPr>
          <p:cNvPr id="5123" name="Rectangle 3"/>
          <p:cNvSpPr>
            <a:spLocks noGrp="1" noChangeArrowheads="1"/>
          </p:cNvSpPr>
          <p:nvPr>
            <p:ph idx="1"/>
          </p:nvPr>
        </p:nvSpPr>
        <p:spPr>
          <a:xfrm>
            <a:off x="913795" y="1752600"/>
            <a:ext cx="10059005" cy="4862512"/>
          </a:xfrm>
        </p:spPr>
        <p:txBody>
          <a:bodyPr>
            <a:normAutofit/>
          </a:bodyPr>
          <a:lstStyle/>
          <a:p>
            <a:pPr eaLnBrk="1" hangingPunct="1"/>
            <a:r>
              <a:rPr lang="en-US" sz="2400" dirty="0"/>
              <a:t>524 AD Rebellion of the Six Garrisons</a:t>
            </a:r>
          </a:p>
          <a:p>
            <a:pPr eaLnBrk="1" hangingPunct="1"/>
            <a:r>
              <a:rPr lang="en-US" sz="2400" dirty="0"/>
              <a:t>577 Northern Zhou reunified the North</a:t>
            </a:r>
          </a:p>
          <a:p>
            <a:pPr eaLnBrk="1" hangingPunct="1"/>
            <a:r>
              <a:rPr lang="en-US" sz="2400" dirty="0"/>
              <a:t>Non-Chinese but fluid ethnicity (intermarriage)</a:t>
            </a:r>
          </a:p>
          <a:p>
            <a:pPr eaLnBrk="1" hangingPunct="1"/>
            <a:r>
              <a:rPr lang="en-US" sz="2400" dirty="0"/>
              <a:t>581 AD Yang </a:t>
            </a:r>
            <a:r>
              <a:rPr lang="en-US" sz="2400" dirty="0" err="1"/>
              <a:t>Jian</a:t>
            </a:r>
            <a:r>
              <a:rPr lang="en-US" sz="2400" dirty="0"/>
              <a:t> usurps the Throne, proclaims the Sui</a:t>
            </a:r>
          </a:p>
          <a:p>
            <a:pPr lvl="1"/>
            <a:r>
              <a:rPr lang="en-US" sz="2000" dirty="0"/>
              <a:t>Kills 59 princes of Zhou Royal House</a:t>
            </a:r>
          </a:p>
          <a:p>
            <a:pPr lvl="1"/>
            <a:r>
              <a:rPr lang="en-US" sz="2000" dirty="0"/>
              <a:t>Known as Wendi (Cultured Emperor)</a:t>
            </a:r>
          </a:p>
          <a:p>
            <a:pPr eaLnBrk="1" hangingPunct="1"/>
            <a:r>
              <a:rPr lang="en-US" sz="2400" dirty="0"/>
              <a:t>589 AD Sui Conquers Southern Kingdom, unifying China</a:t>
            </a:r>
          </a:p>
          <a:p>
            <a:pPr lvl="1" eaLnBrk="1" hangingPunct="1"/>
            <a:r>
              <a:rPr lang="en-US" sz="2000" dirty="0"/>
              <a:t>Adopts policy of fusing local traditions</a:t>
            </a:r>
          </a:p>
          <a:p>
            <a:pPr lvl="1" eaLnBrk="1" hangingPunct="1"/>
            <a:r>
              <a:rPr lang="en-US" sz="2000" dirty="0"/>
              <a:t>Uses three schools to legitimize reign</a:t>
            </a:r>
          </a:p>
          <a:p>
            <a:pPr lvl="1" eaLnBrk="1" hangingPunct="1"/>
            <a:r>
              <a:rPr lang="en-US" sz="2000" dirty="0"/>
              <a:t>Marriage alliances reconciles Great Families</a:t>
            </a:r>
            <a:endParaRPr 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Sui Empire Building</a:t>
            </a:r>
          </a:p>
        </p:txBody>
      </p:sp>
      <p:sp>
        <p:nvSpPr>
          <p:cNvPr id="25603" name="Rectangle 3"/>
          <p:cNvSpPr>
            <a:spLocks noGrp="1" noChangeArrowheads="1"/>
          </p:cNvSpPr>
          <p:nvPr>
            <p:ph idx="1"/>
          </p:nvPr>
        </p:nvSpPr>
        <p:spPr>
          <a:xfrm>
            <a:off x="685800" y="1600200"/>
            <a:ext cx="9525000" cy="5181600"/>
          </a:xfrm>
        </p:spPr>
        <p:txBody>
          <a:bodyPr>
            <a:normAutofit/>
          </a:bodyPr>
          <a:lstStyle/>
          <a:p>
            <a:r>
              <a:rPr lang="en-US" sz="2800" dirty="0"/>
              <a:t>Controlled Yangzi River</a:t>
            </a:r>
          </a:p>
          <a:p>
            <a:r>
              <a:rPr lang="en-US" sz="2800" dirty="0"/>
              <a:t>Drew on Buddhism to legitimize power</a:t>
            </a:r>
          </a:p>
          <a:p>
            <a:pPr lvl="1"/>
            <a:r>
              <a:rPr lang="en-US" sz="2400" dirty="0"/>
              <a:t>Had relics of Buddha distributed to temples</a:t>
            </a:r>
          </a:p>
          <a:p>
            <a:r>
              <a:rPr lang="en-US" sz="2800" dirty="0"/>
              <a:t>Reestablished Strong Central Government</a:t>
            </a:r>
          </a:p>
          <a:p>
            <a:pPr lvl="1"/>
            <a:r>
              <a:rPr lang="en-US" sz="2400" dirty="0"/>
              <a:t>Abolished Nine Rank System; used system of recommendation</a:t>
            </a:r>
          </a:p>
          <a:p>
            <a:pPr lvl="1"/>
            <a:r>
              <a:rPr lang="en-US" sz="2400" dirty="0"/>
              <a:t>Tier of local administration eliminated</a:t>
            </a:r>
          </a:p>
          <a:p>
            <a:pPr lvl="1"/>
            <a:r>
              <a:rPr lang="en-US" sz="2400" dirty="0"/>
              <a:t>Rule of Avoidance</a:t>
            </a:r>
          </a:p>
          <a:p>
            <a:pPr lvl="1"/>
            <a:r>
              <a:rPr lang="en-US" sz="2400" dirty="0"/>
              <a:t>Civil Service Examinations instituted to strike a blow against aristocracy and shore up imperial autocracy (see Video Lecture: </a:t>
            </a:r>
            <a:r>
              <a:rPr lang="en-US" sz="2400" i="1" dirty="0"/>
              <a:t>China’s Examination Hell</a:t>
            </a:r>
            <a:r>
              <a:rPr lang="en-US" sz="2400" dirty="0"/>
              <a:t>)</a:t>
            </a:r>
          </a:p>
        </p:txBody>
      </p:sp>
    </p:spTree>
    <p:extLst>
      <p:ext uri="{BB962C8B-B14F-4D97-AF65-F5344CB8AC3E}">
        <p14:creationId xmlns:p14="http://schemas.microsoft.com/office/powerpoint/2010/main" val="33465932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4BD7-4C07-437A-88A6-F1A944CFCDD4}"/>
              </a:ext>
            </a:extLst>
          </p:cNvPr>
          <p:cNvSpPr>
            <a:spLocks noGrp="1"/>
          </p:cNvSpPr>
          <p:nvPr>
            <p:ph type="title"/>
          </p:nvPr>
        </p:nvSpPr>
        <p:spPr/>
        <p:txBody>
          <a:bodyPr/>
          <a:lstStyle/>
          <a:p>
            <a:r>
              <a:rPr lang="en-US" dirty="0"/>
              <a:t>China’s Examination Hell</a:t>
            </a:r>
          </a:p>
        </p:txBody>
      </p:sp>
      <p:pic>
        <p:nvPicPr>
          <p:cNvPr id="4" name="Online Media 3" title="China&amp;#39;s Examination Hell: Video Lecture">
            <a:hlinkClick r:id="" action="ppaction://media"/>
            <a:extLst>
              <a:ext uri="{FF2B5EF4-FFF2-40B4-BE49-F238E27FC236}">
                <a16:creationId xmlns:a16="http://schemas.microsoft.com/office/drawing/2014/main" id="{C9D1D20C-8450-4114-8AD8-75D2F049CB78}"/>
              </a:ext>
            </a:extLst>
          </p:cNvPr>
          <p:cNvPicPr>
            <a:picLocks noGrp="1" noRot="1" noChangeAspect="1"/>
          </p:cNvPicPr>
          <p:nvPr>
            <p:ph idx="1"/>
            <a:videoFile r:link="rId1"/>
          </p:nvPr>
        </p:nvPicPr>
        <p:blipFill>
          <a:blip r:embed="rId4"/>
          <a:stretch>
            <a:fillRect/>
          </a:stretch>
        </p:blipFill>
        <p:spPr>
          <a:xfrm>
            <a:off x="1448241" y="1447800"/>
            <a:ext cx="9295517" cy="5228728"/>
          </a:xfrm>
          <a:prstGeom prst="rect">
            <a:avLst/>
          </a:prstGeom>
        </p:spPr>
      </p:pic>
    </p:spTree>
    <p:extLst>
      <p:ext uri="{BB962C8B-B14F-4D97-AF65-F5344CB8AC3E}">
        <p14:creationId xmlns:p14="http://schemas.microsoft.com/office/powerpoint/2010/main" val="10235677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Sui Empire Building</a:t>
            </a:r>
          </a:p>
        </p:txBody>
      </p:sp>
      <p:sp>
        <p:nvSpPr>
          <p:cNvPr id="25603" name="Rectangle 3"/>
          <p:cNvSpPr>
            <a:spLocks noGrp="1" noChangeArrowheads="1"/>
          </p:cNvSpPr>
          <p:nvPr>
            <p:ph idx="1"/>
          </p:nvPr>
        </p:nvSpPr>
        <p:spPr>
          <a:xfrm>
            <a:off x="913795" y="1600200"/>
            <a:ext cx="9297005" cy="4953000"/>
          </a:xfrm>
        </p:spPr>
        <p:txBody>
          <a:bodyPr>
            <a:normAutofit/>
          </a:bodyPr>
          <a:lstStyle/>
          <a:p>
            <a:r>
              <a:rPr lang="en-US" sz="3200" dirty="0"/>
              <a:t>Controlled Yangzi River</a:t>
            </a:r>
          </a:p>
          <a:p>
            <a:r>
              <a:rPr lang="en-US" sz="3200" dirty="0"/>
              <a:t>Drew on Buddhism to legitimize power</a:t>
            </a:r>
          </a:p>
          <a:p>
            <a:r>
              <a:rPr lang="en-US" sz="3200" dirty="0"/>
              <a:t>Reestablished Strong Central Government</a:t>
            </a:r>
          </a:p>
          <a:p>
            <a:r>
              <a:rPr lang="en-US" sz="3200" dirty="0"/>
              <a:t>Significances:</a:t>
            </a:r>
          </a:p>
          <a:p>
            <a:pPr lvl="1"/>
            <a:r>
              <a:rPr lang="en-US" sz="2800" dirty="0"/>
              <a:t>Reduced power of officials and great families, </a:t>
            </a:r>
          </a:p>
          <a:p>
            <a:pPr lvl="1"/>
            <a:r>
              <a:rPr lang="en-US" sz="2800" dirty="0"/>
              <a:t>made officials more responsive to central government</a:t>
            </a:r>
            <a:endParaRPr lang="en-US" dirty="0"/>
          </a:p>
        </p:txBody>
      </p:sp>
    </p:spTree>
    <p:extLst>
      <p:ext uri="{BB962C8B-B14F-4D97-AF65-F5344CB8AC3E}">
        <p14:creationId xmlns:p14="http://schemas.microsoft.com/office/powerpoint/2010/main" val="12885093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dirty="0" err="1"/>
              <a:t>Yangdi</a:t>
            </a:r>
            <a:r>
              <a:rPr lang="en-US" dirty="0"/>
              <a:t> Emperor</a:t>
            </a:r>
          </a:p>
        </p:txBody>
      </p:sp>
      <p:sp>
        <p:nvSpPr>
          <p:cNvPr id="7171" name="Rectangle 3"/>
          <p:cNvSpPr>
            <a:spLocks noGrp="1" noChangeArrowheads="1"/>
          </p:cNvSpPr>
          <p:nvPr>
            <p:ph idx="1"/>
          </p:nvPr>
        </p:nvSpPr>
        <p:spPr/>
        <p:txBody>
          <a:bodyPr>
            <a:normAutofit/>
          </a:bodyPr>
          <a:lstStyle/>
          <a:p>
            <a:r>
              <a:rPr lang="en-US" sz="3600" dirty="0"/>
              <a:t>604 – </a:t>
            </a:r>
            <a:r>
              <a:rPr lang="en-US" sz="3600" dirty="0" err="1"/>
              <a:t>Yangdi</a:t>
            </a:r>
            <a:r>
              <a:rPr lang="en-US" sz="3600" dirty="0"/>
              <a:t> assassinates his father; ascends the throne</a:t>
            </a:r>
          </a:p>
          <a:p>
            <a:pPr eaLnBrk="1" hangingPunct="1"/>
            <a:r>
              <a:rPr lang="en-US" sz="3600" dirty="0"/>
              <a:t>Costly program of construction and conquest</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Construction</a:t>
            </a:r>
          </a:p>
        </p:txBody>
      </p:sp>
      <p:sp>
        <p:nvSpPr>
          <p:cNvPr id="3" name="Content Placeholder 2"/>
          <p:cNvSpPr>
            <a:spLocks noGrp="1"/>
          </p:cNvSpPr>
          <p:nvPr>
            <p:ph idx="1"/>
          </p:nvPr>
        </p:nvSpPr>
        <p:spPr/>
        <p:txBody>
          <a:bodyPr>
            <a:normAutofit/>
          </a:bodyPr>
          <a:lstStyle/>
          <a:p>
            <a:r>
              <a:rPr lang="en-US" sz="3600" dirty="0"/>
              <a:t>Great Wall reconstructed</a:t>
            </a:r>
          </a:p>
          <a:p>
            <a:r>
              <a:rPr lang="en-US" sz="3600" dirty="0"/>
              <a:t>Grand Canal Dug</a:t>
            </a:r>
          </a:p>
          <a:p>
            <a:r>
              <a:rPr lang="en-US" sz="3600" dirty="0"/>
              <a:t>Huge Palaces</a:t>
            </a:r>
          </a:p>
        </p:txBody>
      </p:sp>
    </p:spTree>
    <p:extLst>
      <p:ext uri="{BB962C8B-B14F-4D97-AF65-F5344CB8AC3E}">
        <p14:creationId xmlns:p14="http://schemas.microsoft.com/office/powerpoint/2010/main" val="30474115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Conquest</a:t>
            </a:r>
            <a:endParaRPr lang="en-US" dirty="0"/>
          </a:p>
        </p:txBody>
      </p:sp>
      <p:sp>
        <p:nvSpPr>
          <p:cNvPr id="8195" name="Rectangle 3"/>
          <p:cNvSpPr>
            <a:spLocks noGrp="1" noChangeArrowheads="1"/>
          </p:cNvSpPr>
          <p:nvPr>
            <p:ph idx="1"/>
          </p:nvPr>
        </p:nvSpPr>
        <p:spPr/>
        <p:txBody>
          <a:bodyPr>
            <a:normAutofit/>
          </a:bodyPr>
          <a:lstStyle/>
          <a:p>
            <a:pPr eaLnBrk="1" hangingPunct="1"/>
            <a:r>
              <a:rPr lang="en-US" sz="3200" dirty="0"/>
              <a:t>Continues expansion of empire; wished to retake former Han territory</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9766" y="18245"/>
            <a:ext cx="8068235" cy="6858000"/>
          </a:xfrm>
          <a:prstGeom prst="rect">
            <a:avLst/>
          </a:prstGeom>
        </p:spPr>
      </p:pic>
      <p:sp>
        <p:nvSpPr>
          <p:cNvPr id="6" name="Content Placeholder 5"/>
          <p:cNvSpPr>
            <a:spLocks noGrp="1"/>
          </p:cNvSpPr>
          <p:nvPr>
            <p:ph idx="4294967295"/>
          </p:nvPr>
        </p:nvSpPr>
        <p:spPr>
          <a:xfrm>
            <a:off x="304800" y="609600"/>
            <a:ext cx="3886200" cy="4625975"/>
          </a:xfrm>
        </p:spPr>
        <p:txBody>
          <a:bodyPr>
            <a:normAutofit fontScale="85000" lnSpcReduction="20000"/>
          </a:bodyPr>
          <a:lstStyle/>
          <a:p>
            <a:r>
              <a:rPr lang="en-US" sz="2800" dirty="0"/>
              <a:t>602 Hanoi falls to Sui; pushed South defeating the </a:t>
            </a:r>
            <a:r>
              <a:rPr lang="en-US" sz="2800" dirty="0" err="1"/>
              <a:t>Champa</a:t>
            </a:r>
            <a:r>
              <a:rPr lang="en-US" sz="2800" dirty="0"/>
              <a:t> war elephants</a:t>
            </a:r>
          </a:p>
          <a:p>
            <a:r>
              <a:rPr lang="en-US" sz="2800" dirty="0"/>
              <a:t>609 Sui Conquers N. Tibet</a:t>
            </a:r>
          </a:p>
          <a:p>
            <a:r>
              <a:rPr lang="en-US" sz="2800" dirty="0"/>
              <a:t>598-615 Sui sends troops to </a:t>
            </a:r>
            <a:r>
              <a:rPr lang="en-US" sz="2800" dirty="0" err="1"/>
              <a:t>Koguryo</a:t>
            </a:r>
            <a:endParaRPr lang="en-US" sz="2800" dirty="0"/>
          </a:p>
          <a:p>
            <a:r>
              <a:rPr lang="en-US" sz="2800" dirty="0"/>
              <a:t>613-614 Sui retreats from </a:t>
            </a:r>
            <a:r>
              <a:rPr lang="en-US" sz="2800" dirty="0" err="1"/>
              <a:t>Koguryo</a:t>
            </a:r>
            <a:endParaRPr lang="en-US" sz="2800" dirty="0"/>
          </a:p>
          <a:p>
            <a:r>
              <a:rPr lang="en-US" sz="2800" dirty="0"/>
              <a:t>615 Sui defeated by Eastern Turks</a:t>
            </a:r>
          </a:p>
          <a:p>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Collapse of the Sui</a:t>
            </a:r>
          </a:p>
        </p:txBody>
      </p:sp>
      <p:sp>
        <p:nvSpPr>
          <p:cNvPr id="10243" name="Rectangle 3"/>
          <p:cNvSpPr>
            <a:spLocks noGrp="1" noChangeArrowheads="1"/>
          </p:cNvSpPr>
          <p:nvPr>
            <p:ph idx="1"/>
          </p:nvPr>
        </p:nvSpPr>
        <p:spPr/>
        <p:txBody>
          <a:bodyPr>
            <a:normAutofit lnSpcReduction="10000"/>
          </a:bodyPr>
          <a:lstStyle/>
          <a:p>
            <a:r>
              <a:rPr lang="en-US" sz="3200" dirty="0"/>
              <a:t>Major defeats cause a welter of rebellions</a:t>
            </a:r>
          </a:p>
          <a:p>
            <a:r>
              <a:rPr lang="en-US" sz="3200" dirty="0"/>
              <a:t>618 </a:t>
            </a:r>
            <a:r>
              <a:rPr lang="en-US" sz="3200" dirty="0" err="1"/>
              <a:t>Yangdi</a:t>
            </a:r>
            <a:r>
              <a:rPr lang="en-US" sz="3200" dirty="0"/>
              <a:t> escapes south, assassinated by a member of his own entourage </a:t>
            </a:r>
          </a:p>
          <a:p>
            <a:pPr eaLnBrk="1" hangingPunct="1"/>
            <a:r>
              <a:rPr lang="en-US" sz="3200" dirty="0"/>
              <a:t>Traditional Interpretation – Dynastic Cycle</a:t>
            </a:r>
          </a:p>
          <a:p>
            <a:pPr lvl="1" eaLnBrk="1" hangingPunct="1"/>
            <a:r>
              <a:rPr lang="en-US" sz="2800" dirty="0" err="1"/>
              <a:t>Yangdi</a:t>
            </a:r>
            <a:r>
              <a:rPr lang="en-US" sz="2800" dirty="0"/>
              <a:t> as bad last emperor; lost mandate</a:t>
            </a:r>
          </a:p>
          <a:p>
            <a:pPr eaLnBrk="1" hangingPunct="1"/>
            <a:r>
              <a:rPr lang="en-US" sz="3200" dirty="0"/>
              <a:t>Expansion placed strain on dynasty’s resources</a:t>
            </a:r>
          </a:p>
          <a:p>
            <a:pPr lvl="1" eaLnBrk="1" hangingPunct="1"/>
            <a:r>
              <a:rPr lang="en-US" sz="2800" dirty="0" err="1"/>
              <a:t>Immiseration</a:t>
            </a:r>
            <a:r>
              <a:rPr lang="en-US" sz="2800" dirty="0"/>
              <a:t> leads to insurrection and rebellion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Founding of the Tang Dynasty</a:t>
            </a:r>
          </a:p>
        </p:txBody>
      </p:sp>
      <p:sp>
        <p:nvSpPr>
          <p:cNvPr id="5" name="Text Placeholder 4"/>
          <p:cNvSpPr>
            <a:spLocks noGrp="1"/>
          </p:cNvSpPr>
          <p:nvPr>
            <p:ph type="body" idx="1"/>
          </p:nvPr>
        </p:nvSpPr>
        <p:spPr/>
        <p:txBody>
          <a:bodyPr/>
          <a:lstStyle/>
          <a:p>
            <a:r>
              <a:rPr lang="en-US" dirty="0"/>
              <a:t>618-907</a:t>
            </a:r>
          </a:p>
        </p:txBody>
      </p:sp>
    </p:spTree>
    <p:extLst>
      <p:ext uri="{BB962C8B-B14F-4D97-AF65-F5344CB8AC3E}">
        <p14:creationId xmlns:p14="http://schemas.microsoft.com/office/powerpoint/2010/main" val="8863565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algn="ctr" eaLnBrk="1" hangingPunct="1"/>
            <a:r>
              <a:rPr lang="en-US" sz="4000"/>
              <a:t>The Tang: Establishment and Consolidation</a:t>
            </a:r>
          </a:p>
        </p:txBody>
      </p:sp>
      <p:sp>
        <p:nvSpPr>
          <p:cNvPr id="11267" name="Rectangle 3"/>
          <p:cNvSpPr>
            <a:spLocks noGrp="1" noChangeArrowheads="1"/>
          </p:cNvSpPr>
          <p:nvPr>
            <p:ph idx="1"/>
          </p:nvPr>
        </p:nvSpPr>
        <p:spPr>
          <a:xfrm>
            <a:off x="990601" y="1766888"/>
            <a:ext cx="9364664" cy="4786312"/>
          </a:xfrm>
        </p:spPr>
        <p:txBody>
          <a:bodyPr>
            <a:normAutofit/>
          </a:bodyPr>
          <a:lstStyle/>
          <a:p>
            <a:pPr eaLnBrk="1" hangingPunct="1"/>
            <a:r>
              <a:rPr lang="en-US" sz="3200" dirty="0"/>
              <a:t>Li Yuan (</a:t>
            </a:r>
            <a:r>
              <a:rPr lang="en-US" sz="3200" dirty="0" err="1"/>
              <a:t>Gaozu</a:t>
            </a:r>
            <a:r>
              <a:rPr lang="en-US" sz="3200" dirty="0"/>
              <a:t> r. 618-626)</a:t>
            </a:r>
          </a:p>
          <a:p>
            <a:pPr lvl="1" eaLnBrk="1" hangingPunct="1"/>
            <a:r>
              <a:rPr lang="en-US" sz="2800" dirty="0"/>
              <a:t>Sui General; related to Sui ruling house</a:t>
            </a:r>
          </a:p>
          <a:p>
            <a:pPr eaLnBrk="1" hangingPunct="1"/>
            <a:r>
              <a:rPr lang="en-US" sz="3200" dirty="0"/>
              <a:t>Captures </a:t>
            </a:r>
            <a:r>
              <a:rPr lang="en-US" sz="3200" dirty="0" err="1"/>
              <a:t>Ch’ang</a:t>
            </a:r>
            <a:r>
              <a:rPr lang="en-US" sz="3200" dirty="0"/>
              <a:t>-an in 617</a:t>
            </a:r>
          </a:p>
          <a:p>
            <a:pPr eaLnBrk="1" hangingPunct="1"/>
            <a:r>
              <a:rPr lang="en-US" sz="3200" dirty="0"/>
              <a:t>Following year proclaims the </a:t>
            </a:r>
            <a:r>
              <a:rPr lang="en-US" sz="3200" dirty="0" err="1"/>
              <a:t>T’ang</a:t>
            </a:r>
            <a:r>
              <a:rPr lang="en-US" sz="3200" dirty="0"/>
              <a:t> Dynasty</a:t>
            </a:r>
          </a:p>
          <a:p>
            <a:pPr eaLnBrk="1" hangingPunct="1"/>
            <a:r>
              <a:rPr lang="en-US" sz="3200" dirty="0"/>
              <a:t>Usurpation – no sharp break in composition or policy of ruling group</a:t>
            </a:r>
          </a:p>
          <a:p>
            <a:pPr eaLnBrk="1" hangingPunct="1"/>
            <a:r>
              <a:rPr lang="en-US" sz="3200" dirty="0"/>
              <a:t>626 Second son usurps throne, becomes </a:t>
            </a:r>
            <a:r>
              <a:rPr lang="en-US" sz="3200" dirty="0" err="1"/>
              <a:t>Taizong</a:t>
            </a:r>
            <a:endParaRPr lang="en-US" sz="32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Consolidation</a:t>
            </a:r>
          </a:p>
        </p:txBody>
      </p:sp>
      <p:sp>
        <p:nvSpPr>
          <p:cNvPr id="3" name="Content Placeholder 2"/>
          <p:cNvSpPr>
            <a:spLocks noGrp="1"/>
          </p:cNvSpPr>
          <p:nvPr>
            <p:ph idx="1"/>
          </p:nvPr>
        </p:nvSpPr>
        <p:spPr>
          <a:xfrm>
            <a:off x="609600" y="1766888"/>
            <a:ext cx="9745664" cy="5091112"/>
          </a:xfrm>
        </p:spPr>
        <p:txBody>
          <a:bodyPr>
            <a:normAutofit/>
          </a:bodyPr>
          <a:lstStyle/>
          <a:p>
            <a:r>
              <a:rPr lang="en-US" sz="3200" dirty="0"/>
              <a:t>Broadened geographical composition of bureaucracy</a:t>
            </a:r>
          </a:p>
          <a:p>
            <a:r>
              <a:rPr lang="en-US" sz="3200" dirty="0"/>
              <a:t>Established granaries, schools and the Tang Code</a:t>
            </a:r>
          </a:p>
          <a:p>
            <a:r>
              <a:rPr lang="en-US" sz="3200" dirty="0">
                <a:hlinkClick r:id="rId3" action="ppaction://hlinksldjump"/>
              </a:rPr>
              <a:t>Central government restructured</a:t>
            </a:r>
            <a:endParaRPr lang="en-US" sz="3200" dirty="0"/>
          </a:p>
          <a:p>
            <a:r>
              <a:rPr lang="en-US" sz="3200" dirty="0"/>
              <a:t>Drew on Buddhism, Daoism, and Confucianism </a:t>
            </a:r>
          </a:p>
          <a:p>
            <a:pPr lvl="1"/>
            <a:r>
              <a:rPr lang="en-US" sz="2800" dirty="0"/>
              <a:t>De-emphasized personal ritual in favor of public rites for good of all</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T’ang Structure of Government</a:t>
            </a:r>
          </a:p>
        </p:txBody>
      </p:sp>
      <p:graphicFrame>
        <p:nvGraphicFramePr>
          <p:cNvPr id="1026" name="Object 3"/>
          <p:cNvGraphicFramePr>
            <a:graphicFrameLocks noGrp="1" noChangeAspect="1"/>
          </p:cNvGraphicFramePr>
          <p:nvPr>
            <p:ph type="dgm" idx="1"/>
            <p:extLst>
              <p:ext uri="{D42A27DB-BD31-4B8C-83A1-F6EECF244321}">
                <p14:modId xmlns:p14="http://schemas.microsoft.com/office/powerpoint/2010/main" val="2977340297"/>
              </p:ext>
            </p:extLst>
          </p:nvPr>
        </p:nvGraphicFramePr>
        <p:xfrm>
          <a:off x="1888535" y="2057400"/>
          <a:ext cx="8465141" cy="3886200"/>
        </p:xfrm>
        <a:graphic>
          <a:graphicData uri="http://schemas.openxmlformats.org/presentationml/2006/ole">
            <mc:AlternateContent xmlns:mc="http://schemas.openxmlformats.org/markup-compatibility/2006">
              <mc:Choice xmlns:v="urn:schemas-microsoft-com:vml" Requires="v">
                <p:oleObj spid="_x0000_s1026" name="MS Org Chart" r:id="rId4" imgW="7765920" imgH="1701720" progId="OrgPlusWOPX.4">
                  <p:embed followColorScheme="full"/>
                </p:oleObj>
              </mc:Choice>
              <mc:Fallback>
                <p:oleObj name="MS Org Chart" r:id="rId4" imgW="7765920" imgH="1701720" progId="OrgPlusWOPX.4">
                  <p:embed followColorScheme="full"/>
                  <p:pic>
                    <p:nvPicPr>
                      <p:cNvPr id="1026" name="Object 3"/>
                      <p:cNvPicPr>
                        <a:picLocks noGrp="1" noChangeAspect="1" noChangeArrowheads="1"/>
                      </p:cNvPicPr>
                      <p:nvPr/>
                    </p:nvPicPr>
                    <p:blipFill>
                      <a:blip r:embed="rId5"/>
                      <a:srcRect/>
                      <a:stretch>
                        <a:fillRect/>
                      </a:stretch>
                    </p:blipFill>
                    <p:spPr bwMode="auto">
                      <a:xfrm>
                        <a:off x="1888535" y="2057400"/>
                        <a:ext cx="8465141" cy="3886200"/>
                      </a:xfrm>
                      <a:prstGeom prst="rect">
                        <a:avLst/>
                      </a:prstGeom>
                      <a:noFill/>
                    </p:spPr>
                  </p:pic>
                </p:oleObj>
              </mc:Fallback>
            </mc:AlternateContent>
          </a:graphicData>
        </a:graphic>
      </p:graphicFrame>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dirty="0"/>
              <a:t>Tang Expansion (</a:t>
            </a:r>
            <a:r>
              <a:rPr lang="en-US" i="1" dirty="0" err="1"/>
              <a:t>Pax</a:t>
            </a:r>
            <a:r>
              <a:rPr lang="en-US" i="1" dirty="0"/>
              <a:t> Tang</a:t>
            </a:r>
            <a:r>
              <a:rPr lang="en-US" dirty="0"/>
              <a:t>)</a:t>
            </a:r>
          </a:p>
        </p:txBody>
      </p:sp>
      <p:sp>
        <p:nvSpPr>
          <p:cNvPr id="12291" name="Rectangle 3"/>
          <p:cNvSpPr>
            <a:spLocks noGrp="1" noChangeArrowheads="1"/>
          </p:cNvSpPr>
          <p:nvPr>
            <p:ph idx="1"/>
          </p:nvPr>
        </p:nvSpPr>
        <p:spPr/>
        <p:txBody>
          <a:bodyPr>
            <a:normAutofit/>
          </a:bodyPr>
          <a:lstStyle/>
          <a:p>
            <a:pPr eaLnBrk="1" hangingPunct="1"/>
            <a:r>
              <a:rPr lang="en-US" sz="3200" dirty="0"/>
              <a:t>630 </a:t>
            </a:r>
            <a:r>
              <a:rPr lang="en-US" sz="3200" dirty="0" err="1"/>
              <a:t>Resubjugate</a:t>
            </a:r>
            <a:r>
              <a:rPr lang="en-US" sz="3200" dirty="0"/>
              <a:t> Eastern Turks</a:t>
            </a:r>
          </a:p>
          <a:p>
            <a:pPr eaLnBrk="1" hangingPunct="1"/>
            <a:r>
              <a:rPr lang="en-US" sz="3200" dirty="0"/>
              <a:t>639-648 – Subjugate Uighur Turks</a:t>
            </a:r>
          </a:p>
          <a:p>
            <a:pPr eaLnBrk="1" hangingPunct="1"/>
            <a:r>
              <a:rPr lang="en-US" sz="3200" dirty="0"/>
              <a:t>Tibet becomes Tang Suzerainty</a:t>
            </a:r>
          </a:p>
          <a:p>
            <a:pPr eaLnBrk="1" hangingPunct="1"/>
            <a:r>
              <a:rPr lang="en-US" sz="3200" dirty="0"/>
              <a:t>Tang attacks </a:t>
            </a:r>
            <a:r>
              <a:rPr lang="en-US" sz="3200" dirty="0" err="1"/>
              <a:t>Koguryo</a:t>
            </a:r>
            <a:r>
              <a:rPr lang="en-US" sz="3200" dirty="0"/>
              <a:t> (northern Korean kingdom), but fails to conquer</a:t>
            </a:r>
          </a:p>
          <a:p>
            <a:pPr eaLnBrk="1" hangingPunct="1"/>
            <a:r>
              <a:rPr lang="en-US" sz="3200" dirty="0"/>
              <a:t>Facilitates cross-cultural contact</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Tang at its Height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37263295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E8AEF3-81EA-4193-8AAB-DC7CA3088F4E}"/>
              </a:ext>
            </a:extLst>
          </p:cNvPr>
          <p:cNvSpPr>
            <a:spLocks noGrp="1"/>
          </p:cNvSpPr>
          <p:nvPr>
            <p:ph type="ctrTitle"/>
          </p:nvPr>
        </p:nvSpPr>
        <p:spPr/>
        <p:txBody>
          <a:bodyPr/>
          <a:lstStyle/>
          <a:p>
            <a:r>
              <a:rPr lang="en-US" dirty="0"/>
              <a:t>Chang-An </a:t>
            </a:r>
          </a:p>
        </p:txBody>
      </p:sp>
      <p:sp>
        <p:nvSpPr>
          <p:cNvPr id="5" name="Subtitle 4">
            <a:extLst>
              <a:ext uri="{FF2B5EF4-FFF2-40B4-BE49-F238E27FC236}">
                <a16:creationId xmlns:a16="http://schemas.microsoft.com/office/drawing/2014/main" id="{3DAEF671-BBBB-4DE6-85D4-FD909200D67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96151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9D3EBD-A573-46E1-880A-65747013211E}"/>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6499225" y="141288"/>
            <a:ext cx="5692775" cy="6575425"/>
          </a:xfrm>
        </p:spPr>
      </p:pic>
      <p:sp>
        <p:nvSpPr>
          <p:cNvPr id="5" name="Rectangle: Rounded Corners 4">
            <a:extLst>
              <a:ext uri="{FF2B5EF4-FFF2-40B4-BE49-F238E27FC236}">
                <a16:creationId xmlns:a16="http://schemas.microsoft.com/office/drawing/2014/main" id="{9ACEF018-1625-4D76-9FE2-A657D8C9B579}"/>
              </a:ext>
            </a:extLst>
          </p:cNvPr>
          <p:cNvSpPr/>
          <p:nvPr/>
        </p:nvSpPr>
        <p:spPr>
          <a:xfrm>
            <a:off x="1828800" y="609600"/>
            <a:ext cx="2971800" cy="4038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Largest Capital –</a:t>
            </a:r>
          </a:p>
          <a:p>
            <a:pPr marL="342900" indent="-342900">
              <a:buFont typeface="Arial" panose="020B0604020202020204" pitchFamily="34" charset="0"/>
              <a:buChar char="•"/>
            </a:pPr>
            <a:r>
              <a:rPr lang="en-US" dirty="0"/>
              <a:t>6 miles east-west</a:t>
            </a:r>
          </a:p>
          <a:p>
            <a:pPr marL="342900" indent="-342900">
              <a:buFont typeface="Arial" panose="020B0604020202020204" pitchFamily="34" charset="0"/>
              <a:buChar char="•"/>
            </a:pPr>
            <a:r>
              <a:rPr lang="en-US" dirty="0"/>
              <a:t>5 miles north-south</a:t>
            </a:r>
          </a:p>
          <a:p>
            <a:pPr marL="342900" indent="-342900">
              <a:buFont typeface="Arial" panose="020B0604020202020204" pitchFamily="34" charset="0"/>
              <a:buChar char="•"/>
            </a:pPr>
            <a:r>
              <a:rPr lang="en-US" dirty="0"/>
              <a:t>108 rectangular walled wards</a:t>
            </a:r>
          </a:p>
          <a:p>
            <a:pPr marL="342900" indent="-342900">
              <a:buFont typeface="Arial" panose="020B0604020202020204" pitchFamily="34" charset="0"/>
              <a:buChar char="•"/>
            </a:pPr>
            <a:r>
              <a:rPr lang="en-US" dirty="0"/>
              <a:t>2 million inhabitants</a:t>
            </a:r>
          </a:p>
        </p:txBody>
      </p:sp>
    </p:spTree>
    <p:extLst>
      <p:ext uri="{BB962C8B-B14F-4D97-AF65-F5344CB8AC3E}">
        <p14:creationId xmlns:p14="http://schemas.microsoft.com/office/powerpoint/2010/main" val="338086647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9D3EBD-A573-46E1-880A-65747013211E}"/>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6499225" y="141288"/>
            <a:ext cx="5692775" cy="6575425"/>
          </a:xfrm>
        </p:spPr>
      </p:pic>
      <p:sp>
        <p:nvSpPr>
          <p:cNvPr id="2" name="Rectangle: Rounded Corners 1">
            <a:extLst>
              <a:ext uri="{FF2B5EF4-FFF2-40B4-BE49-F238E27FC236}">
                <a16:creationId xmlns:a16="http://schemas.microsoft.com/office/drawing/2014/main" id="{50B370E4-B964-4AF7-A3E8-66666EDCA6E8}"/>
              </a:ext>
            </a:extLst>
          </p:cNvPr>
          <p:cNvSpPr/>
          <p:nvPr/>
        </p:nvSpPr>
        <p:spPr>
          <a:xfrm>
            <a:off x="1698625" y="1790700"/>
            <a:ext cx="2819400" cy="3276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Walled Palace City</a:t>
            </a:r>
          </a:p>
          <a:p>
            <a:pPr algn="ctr"/>
            <a:r>
              <a:rPr lang="en-US" dirty="0"/>
              <a:t>And</a:t>
            </a:r>
          </a:p>
          <a:p>
            <a:pPr algn="ctr"/>
            <a:r>
              <a:rPr lang="en-US" dirty="0"/>
              <a:t>Government supervised Markets</a:t>
            </a:r>
          </a:p>
        </p:txBody>
      </p:sp>
    </p:spTree>
    <p:extLst>
      <p:ext uri="{BB962C8B-B14F-4D97-AF65-F5344CB8AC3E}">
        <p14:creationId xmlns:p14="http://schemas.microsoft.com/office/powerpoint/2010/main" val="37792806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9D3EBD-A573-46E1-880A-65747013211E}"/>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6499225" y="141288"/>
            <a:ext cx="5692775" cy="6575425"/>
          </a:xfrm>
        </p:spPr>
      </p:pic>
      <p:sp>
        <p:nvSpPr>
          <p:cNvPr id="2" name="Rectangle: Rounded Corners 1">
            <a:extLst>
              <a:ext uri="{FF2B5EF4-FFF2-40B4-BE49-F238E27FC236}">
                <a16:creationId xmlns:a16="http://schemas.microsoft.com/office/drawing/2014/main" id="{06C448E6-CC2D-46AF-8DE5-877BBA4DDE88}"/>
              </a:ext>
            </a:extLst>
          </p:cNvPr>
          <p:cNvSpPr/>
          <p:nvPr/>
        </p:nvSpPr>
        <p:spPr>
          <a:xfrm>
            <a:off x="1905000" y="2057400"/>
            <a:ext cx="2667000" cy="39624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Cosmopolitan – residents from Central Asia, Korea, Japan, Vietnam and Tibet</a:t>
            </a:r>
          </a:p>
        </p:txBody>
      </p:sp>
    </p:spTree>
    <p:extLst>
      <p:ext uri="{BB962C8B-B14F-4D97-AF65-F5344CB8AC3E}">
        <p14:creationId xmlns:p14="http://schemas.microsoft.com/office/powerpoint/2010/main" val="107623113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9D3EBD-A573-46E1-880A-65747013211E}"/>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6499225" y="141288"/>
            <a:ext cx="5692775" cy="6575425"/>
          </a:xfrm>
        </p:spPr>
      </p:pic>
      <p:sp>
        <p:nvSpPr>
          <p:cNvPr id="2" name="Rectangle: Rounded Corners 1">
            <a:extLst>
              <a:ext uri="{FF2B5EF4-FFF2-40B4-BE49-F238E27FC236}">
                <a16:creationId xmlns:a16="http://schemas.microsoft.com/office/drawing/2014/main" id="{06C448E6-CC2D-46AF-8DE5-877BBA4DDE88}"/>
              </a:ext>
            </a:extLst>
          </p:cNvPr>
          <p:cNvSpPr/>
          <p:nvPr/>
        </p:nvSpPr>
        <p:spPr>
          <a:xfrm>
            <a:off x="1698626" y="1447799"/>
            <a:ext cx="3101975" cy="3962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Religiously Diverse</a:t>
            </a:r>
          </a:p>
          <a:p>
            <a:pPr algn="ctr"/>
            <a:r>
              <a:rPr lang="en-US" dirty="0"/>
              <a:t>Buddhism, Daoism, but also</a:t>
            </a:r>
          </a:p>
          <a:p>
            <a:pPr algn="ctr"/>
            <a:r>
              <a:rPr lang="en-US" dirty="0"/>
              <a:t>Manichean</a:t>
            </a:r>
          </a:p>
          <a:p>
            <a:pPr algn="ctr"/>
            <a:r>
              <a:rPr lang="en-US" dirty="0"/>
              <a:t>Nestorian</a:t>
            </a:r>
          </a:p>
          <a:p>
            <a:pPr algn="ctr"/>
            <a:r>
              <a:rPr lang="en-US" dirty="0"/>
              <a:t>Zoroastrian</a:t>
            </a:r>
          </a:p>
          <a:p>
            <a:pPr algn="ctr"/>
            <a:endParaRPr lang="en-US" dirty="0"/>
          </a:p>
        </p:txBody>
      </p:sp>
    </p:spTree>
    <p:extLst>
      <p:ext uri="{BB962C8B-B14F-4D97-AF65-F5344CB8AC3E}">
        <p14:creationId xmlns:p14="http://schemas.microsoft.com/office/powerpoint/2010/main" val="379407693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ABBA-229C-450D-9EE0-4D344E17FC79}"/>
              </a:ext>
            </a:extLst>
          </p:cNvPr>
          <p:cNvSpPr>
            <a:spLocks noGrp="1"/>
          </p:cNvSpPr>
          <p:nvPr>
            <p:ph type="title"/>
          </p:nvPr>
        </p:nvSpPr>
        <p:spPr/>
        <p:txBody>
          <a:bodyPr/>
          <a:lstStyle/>
          <a:p>
            <a:r>
              <a:rPr lang="en-US" dirty="0"/>
              <a:t>Da Qin Christian Pagoda</a:t>
            </a:r>
          </a:p>
        </p:txBody>
      </p:sp>
      <p:pic>
        <p:nvPicPr>
          <p:cNvPr id="6" name="Content Placeholder 5">
            <a:extLst>
              <a:ext uri="{FF2B5EF4-FFF2-40B4-BE49-F238E27FC236}">
                <a16:creationId xmlns:a16="http://schemas.microsoft.com/office/drawing/2014/main" id="{97232488-EE14-429F-9219-60D682A997E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921868" y="1731963"/>
            <a:ext cx="3044427" cy="4059237"/>
          </a:xfrm>
        </p:spPr>
      </p:pic>
      <p:pic>
        <p:nvPicPr>
          <p:cNvPr id="8" name="Content Placeholder 7">
            <a:extLst>
              <a:ext uri="{FF2B5EF4-FFF2-40B4-BE49-F238E27FC236}">
                <a16:creationId xmlns:a16="http://schemas.microsoft.com/office/drawing/2014/main" id="{53B9A4C5-4173-49A8-99A6-A3605A01FB9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5765801" y="2919016"/>
            <a:ext cx="3298825" cy="2474118"/>
          </a:xfrm>
        </p:spPr>
      </p:pic>
    </p:spTree>
    <p:extLst>
      <p:ext uri="{BB962C8B-B14F-4D97-AF65-F5344CB8AC3E}">
        <p14:creationId xmlns:p14="http://schemas.microsoft.com/office/powerpoint/2010/main" val="279375869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Chinese Buddhism</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26145808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a:t>The Flourishing of Buddhism</a:t>
            </a:r>
          </a:p>
        </p:txBody>
      </p:sp>
      <p:sp>
        <p:nvSpPr>
          <p:cNvPr id="17411" name="Rectangle 3"/>
          <p:cNvSpPr>
            <a:spLocks noGrp="1" noChangeArrowheads="1"/>
          </p:cNvSpPr>
          <p:nvPr>
            <p:ph idx="1"/>
          </p:nvPr>
        </p:nvSpPr>
        <p:spPr/>
        <p:txBody>
          <a:bodyPr>
            <a:normAutofit/>
          </a:bodyPr>
          <a:lstStyle/>
          <a:p>
            <a:pPr eaLnBrk="1" hangingPunct="1"/>
            <a:r>
              <a:rPr lang="en-US" sz="2800" dirty="0"/>
              <a:t>Buddhism flourished institutionally, intellectually, and artistically</a:t>
            </a:r>
          </a:p>
          <a:p>
            <a:pPr eaLnBrk="1" hangingPunct="1"/>
            <a:r>
              <a:rPr lang="en-US" sz="2800" dirty="0"/>
              <a:t>Institutionally</a:t>
            </a:r>
          </a:p>
          <a:p>
            <a:pPr lvl="1"/>
            <a:r>
              <a:rPr lang="en-US" sz="2400" dirty="0"/>
              <a:t>Buddhist monasteries flourished economically</a:t>
            </a:r>
          </a:p>
          <a:p>
            <a:pPr lvl="1"/>
            <a:r>
              <a:rPr lang="en-US" sz="2400" dirty="0"/>
              <a:t>Operated mills and presses, banking functions</a:t>
            </a:r>
          </a:p>
          <a:p>
            <a:pPr lvl="1"/>
            <a:r>
              <a:rPr lang="en-US" sz="2400" dirty="0"/>
              <a:t>Large landowner</a:t>
            </a:r>
          </a:p>
          <a:p>
            <a:pPr lvl="1"/>
            <a:r>
              <a:rPr lang="en-US" sz="2400" dirty="0"/>
              <a:t>Provided medical care and lodging</a:t>
            </a:r>
          </a:p>
          <a:p>
            <a:pPr lvl="1"/>
            <a:r>
              <a:rPr lang="en-US" sz="2400" dirty="0"/>
              <a:t>Conduit of material cultures, e.g. chairs</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a:t>The Flourishing of Buddhism</a:t>
            </a:r>
          </a:p>
        </p:txBody>
      </p:sp>
      <p:sp>
        <p:nvSpPr>
          <p:cNvPr id="17411" name="Rectangle 3"/>
          <p:cNvSpPr>
            <a:spLocks noGrp="1" noChangeArrowheads="1"/>
          </p:cNvSpPr>
          <p:nvPr>
            <p:ph idx="1"/>
          </p:nvPr>
        </p:nvSpPr>
        <p:spPr/>
        <p:txBody>
          <a:bodyPr>
            <a:normAutofit/>
          </a:bodyPr>
          <a:lstStyle/>
          <a:p>
            <a:pPr eaLnBrk="1" hangingPunct="1"/>
            <a:r>
              <a:rPr lang="en-US" sz="2800" dirty="0"/>
              <a:t>Institutionally</a:t>
            </a:r>
          </a:p>
          <a:p>
            <a:pPr eaLnBrk="1" hangingPunct="1"/>
            <a:r>
              <a:rPr lang="en-US" sz="2800" dirty="0"/>
              <a:t>Aesthetically</a:t>
            </a:r>
          </a:p>
          <a:p>
            <a:pPr lvl="1"/>
            <a:r>
              <a:rPr lang="en-US" sz="2400" dirty="0"/>
              <a:t>Flowering of artistic production, sculpture, architecture, painting</a:t>
            </a:r>
          </a:p>
          <a:p>
            <a:pPr lvl="1"/>
            <a:r>
              <a:rPr lang="en-US" sz="2400" dirty="0"/>
              <a:t>Blended Indian style of corporality with Chinese style of linear rhythm.</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a:t>The Flourishing of Buddhism</a:t>
            </a:r>
          </a:p>
        </p:txBody>
      </p:sp>
      <p:sp>
        <p:nvSpPr>
          <p:cNvPr id="17411" name="Rectangle 3"/>
          <p:cNvSpPr>
            <a:spLocks noGrp="1" noChangeArrowheads="1"/>
          </p:cNvSpPr>
          <p:nvPr>
            <p:ph idx="1"/>
          </p:nvPr>
        </p:nvSpPr>
        <p:spPr>
          <a:xfrm>
            <a:off x="913795" y="1775192"/>
            <a:ext cx="9297005" cy="4701809"/>
          </a:xfrm>
        </p:spPr>
        <p:txBody>
          <a:bodyPr>
            <a:normAutofit/>
          </a:bodyPr>
          <a:lstStyle/>
          <a:p>
            <a:pPr eaLnBrk="1" hangingPunct="1"/>
            <a:r>
              <a:rPr lang="en-US" sz="3200" dirty="0"/>
              <a:t>Institutionally</a:t>
            </a:r>
          </a:p>
          <a:p>
            <a:pPr eaLnBrk="1" hangingPunct="1"/>
            <a:r>
              <a:rPr lang="en-US" sz="3200" dirty="0"/>
              <a:t>Aesthetically</a:t>
            </a:r>
          </a:p>
          <a:p>
            <a:pPr eaLnBrk="1" hangingPunct="1"/>
            <a:r>
              <a:rPr lang="en-US" sz="3200" dirty="0"/>
              <a:t>Intellectually</a:t>
            </a:r>
          </a:p>
          <a:p>
            <a:pPr lvl="1"/>
            <a:r>
              <a:rPr lang="en-US" sz="2800" dirty="0"/>
              <a:t>Tendencies (schools) of thought develops into sectarian Buddhism</a:t>
            </a:r>
          </a:p>
          <a:p>
            <a:pPr lvl="1"/>
            <a:r>
              <a:rPr lang="en-US" sz="2800" dirty="0"/>
              <a:t>Sinicized; challenge to Confucian values neutralized</a:t>
            </a:r>
          </a:p>
          <a:p>
            <a:pPr lvl="1"/>
            <a:r>
              <a:rPr lang="en-US" sz="2800" dirty="0"/>
              <a:t>Sects were native to China and stressed a Chinese way of being religious </a:t>
            </a:r>
          </a:p>
          <a:p>
            <a:pPr lvl="1"/>
            <a:endParaRPr lang="en-US" sz="2800" dirty="0"/>
          </a:p>
          <a:p>
            <a:pPr eaLnBrk="1" hangingPunct="1"/>
            <a:endParaRPr lang="en-US"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Opposition to Buddhism</a:t>
            </a:r>
          </a:p>
        </p:txBody>
      </p:sp>
      <p:sp>
        <p:nvSpPr>
          <p:cNvPr id="3" name="Content Placeholder 2"/>
          <p:cNvSpPr>
            <a:spLocks noGrp="1"/>
          </p:cNvSpPr>
          <p:nvPr>
            <p:ph idx="1"/>
          </p:nvPr>
        </p:nvSpPr>
        <p:spPr/>
        <p:txBody>
          <a:bodyPr/>
          <a:lstStyle/>
          <a:p>
            <a:r>
              <a:rPr lang="en-US" sz="3200" dirty="0"/>
              <a:t>Buddhism’s tax exempt status aggregated state’s fiscal problems</a:t>
            </a:r>
          </a:p>
          <a:p>
            <a:pPr lvl="1"/>
            <a:r>
              <a:rPr lang="en-US" sz="2800" dirty="0"/>
              <a:t>4,600 monasteries and 40,000 temples shut</a:t>
            </a:r>
          </a:p>
          <a:p>
            <a:pPr lvl="1"/>
            <a:r>
              <a:rPr lang="en-US" sz="2800" dirty="0"/>
              <a:t>260,000 monks and nuns defrocked</a:t>
            </a:r>
          </a:p>
          <a:p>
            <a:r>
              <a:rPr lang="en-US" sz="3200" dirty="0"/>
              <a:t>Buddhism remains important in Chinese life, but institutionally never fully recovered</a:t>
            </a:r>
            <a:endParaRPr lang="en-US" dirty="0"/>
          </a:p>
        </p:txBody>
      </p:sp>
    </p:spTree>
    <p:extLst>
      <p:ext uri="{BB962C8B-B14F-4D97-AF65-F5344CB8AC3E}">
        <p14:creationId xmlns:p14="http://schemas.microsoft.com/office/powerpoint/2010/main" val="109423278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Tiantai</a:t>
            </a:r>
            <a:endParaRPr lang="en-US" dirty="0"/>
          </a:p>
        </p:txBody>
      </p:sp>
      <p:sp>
        <p:nvSpPr>
          <p:cNvPr id="3" name="Content Placeholder 2"/>
          <p:cNvSpPr>
            <a:spLocks noGrp="1"/>
          </p:cNvSpPr>
          <p:nvPr>
            <p:ph idx="1"/>
          </p:nvPr>
        </p:nvSpPr>
        <p:spPr/>
        <p:txBody>
          <a:bodyPr>
            <a:normAutofit/>
          </a:bodyPr>
          <a:lstStyle/>
          <a:p>
            <a:r>
              <a:rPr lang="en-US" sz="3200" dirty="0"/>
              <a:t>Founded by monk </a:t>
            </a:r>
            <a:r>
              <a:rPr lang="en-US" sz="3200" dirty="0" err="1"/>
              <a:t>Zhiyi</a:t>
            </a:r>
            <a:r>
              <a:rPr lang="en-US" sz="3200" dirty="0"/>
              <a:t> (538-597) and named after his mountain headquarters</a:t>
            </a:r>
          </a:p>
          <a:p>
            <a:r>
              <a:rPr lang="en-US" sz="3200" dirty="0"/>
              <a:t>Promulgated Lotus Sutra</a:t>
            </a:r>
          </a:p>
          <a:p>
            <a:pPr lvl="1"/>
            <a:endParaRPr lang="en-US"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Lotus Sutra</a:t>
            </a:r>
          </a:p>
        </p:txBody>
      </p:sp>
      <p:sp>
        <p:nvSpPr>
          <p:cNvPr id="3" name="Content Placeholder 2"/>
          <p:cNvSpPr>
            <a:spLocks noGrp="1"/>
          </p:cNvSpPr>
          <p:nvPr>
            <p:ph idx="1"/>
          </p:nvPr>
        </p:nvSpPr>
        <p:spPr>
          <a:xfrm>
            <a:off x="913794" y="1732449"/>
            <a:ext cx="10897205" cy="4058751"/>
          </a:xfrm>
        </p:spPr>
        <p:txBody>
          <a:bodyPr>
            <a:normAutofit fontScale="92500" lnSpcReduction="20000"/>
          </a:bodyPr>
          <a:lstStyle/>
          <a:p>
            <a:r>
              <a:rPr lang="en-US" sz="3200" dirty="0"/>
              <a:t>Most popular Buddhist text in East Asia</a:t>
            </a:r>
          </a:p>
          <a:p>
            <a:r>
              <a:rPr lang="en-US" sz="3200" dirty="0"/>
              <a:t>Mahayana text</a:t>
            </a:r>
          </a:p>
          <a:p>
            <a:pPr lvl="1"/>
            <a:r>
              <a:rPr lang="en-US" sz="2800" dirty="0"/>
              <a:t>Lengthy</a:t>
            </a:r>
          </a:p>
          <a:p>
            <a:pPr lvl="1"/>
            <a:r>
              <a:rPr lang="en-US" sz="2800" dirty="0"/>
              <a:t>Apotheosis of the Buddha</a:t>
            </a:r>
          </a:p>
          <a:p>
            <a:r>
              <a:rPr lang="en-US" sz="3200" dirty="0"/>
              <a:t>Venerated as highest teaching of Buddha</a:t>
            </a:r>
          </a:p>
          <a:p>
            <a:r>
              <a:rPr lang="en-US" sz="3200" dirty="0"/>
              <a:t>Object of faith and worship</a:t>
            </a:r>
          </a:p>
          <a:p>
            <a:r>
              <a:rPr lang="en-US" sz="3200" dirty="0" err="1"/>
              <a:t>Soteriological</a:t>
            </a:r>
            <a:r>
              <a:rPr lang="en-US" sz="3200" dirty="0"/>
              <a:t>: All can be enlightened by faith in the Buddha and Lotus Sutra</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Tiantai</a:t>
            </a:r>
            <a:endParaRPr lang="en-US" dirty="0"/>
          </a:p>
        </p:txBody>
      </p:sp>
      <p:sp>
        <p:nvSpPr>
          <p:cNvPr id="3" name="Content Placeholder 2"/>
          <p:cNvSpPr>
            <a:spLocks noGrp="1"/>
          </p:cNvSpPr>
          <p:nvPr>
            <p:ph idx="1"/>
          </p:nvPr>
        </p:nvSpPr>
        <p:spPr/>
        <p:txBody>
          <a:bodyPr>
            <a:normAutofit/>
          </a:bodyPr>
          <a:lstStyle/>
          <a:p>
            <a:r>
              <a:rPr lang="en-US" sz="3200" dirty="0"/>
              <a:t>Tripartite Truth</a:t>
            </a:r>
          </a:p>
          <a:p>
            <a:pPr lvl="1"/>
            <a:r>
              <a:rPr lang="en-US" sz="2800" dirty="0"/>
              <a:t>The truth that all  things are empty (</a:t>
            </a:r>
            <a:r>
              <a:rPr lang="en-US" sz="2800" i="1" dirty="0" err="1"/>
              <a:t>shunyata</a:t>
            </a:r>
            <a:r>
              <a:rPr lang="en-US" sz="2800" dirty="0"/>
              <a:t> or </a:t>
            </a:r>
            <a:r>
              <a:rPr lang="en-US" sz="2800" i="1" dirty="0"/>
              <a:t>anatman</a:t>
            </a:r>
            <a:r>
              <a:rPr lang="en-US" sz="2800" dirty="0"/>
              <a:t>)</a:t>
            </a:r>
          </a:p>
          <a:p>
            <a:pPr lvl="1"/>
            <a:r>
              <a:rPr lang="en-US" sz="2800" dirty="0"/>
              <a:t>The truth that they nevertheless have temporary existence</a:t>
            </a:r>
          </a:p>
          <a:p>
            <a:pPr lvl="1"/>
            <a:r>
              <a:rPr lang="en-US" sz="2800" dirty="0"/>
              <a:t>The truth that encompasses but transcends emptiness and temporariness</a:t>
            </a:r>
          </a:p>
          <a:p>
            <a:r>
              <a:rPr lang="en-US" sz="3200" dirty="0"/>
              <a:t>Truth is immanent in everything: all beings contain the Buddha nature and can be saved</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Zhen Yen (Esoteric Buddhism)</a:t>
            </a:r>
          </a:p>
        </p:txBody>
      </p:sp>
      <p:sp>
        <p:nvSpPr>
          <p:cNvPr id="3" name="Content Placeholder 2"/>
          <p:cNvSpPr>
            <a:spLocks noGrp="1"/>
          </p:cNvSpPr>
          <p:nvPr>
            <p:ph idx="1"/>
          </p:nvPr>
        </p:nvSpPr>
        <p:spPr/>
        <p:txBody>
          <a:bodyPr/>
          <a:lstStyle/>
          <a:p>
            <a:r>
              <a:rPr lang="en-US" sz="3200" dirty="0"/>
              <a:t>Stressed magnificence and mystery of the Cosmic Buddha (</a:t>
            </a:r>
            <a:r>
              <a:rPr lang="en-US" sz="3200" dirty="0" err="1"/>
              <a:t>Vairocana</a:t>
            </a:r>
            <a:r>
              <a:rPr lang="en-US" sz="3200" dirty="0"/>
              <a:t>)</a:t>
            </a:r>
          </a:p>
          <a:p>
            <a:r>
              <a:rPr lang="en-US" sz="3200" dirty="0"/>
              <a:t>Use of secret symbolism and induction</a:t>
            </a:r>
          </a:p>
          <a:p>
            <a:r>
              <a:rPr lang="en-US" sz="3200" dirty="0">
                <a:hlinkClick r:id="rId2"/>
              </a:rPr>
              <a:t>Mantras</a:t>
            </a:r>
            <a:endParaRPr lang="en-US" sz="3200" dirty="0"/>
          </a:p>
          <a:p>
            <a:r>
              <a:rPr lang="en-US" sz="3200" dirty="0" err="1">
                <a:hlinkClick r:id="rId3"/>
              </a:rPr>
              <a:t>Mudras</a:t>
            </a:r>
            <a:endParaRPr lang="en-US" sz="3200" dirty="0"/>
          </a:p>
          <a:p>
            <a:r>
              <a:rPr lang="en-US" sz="3200" dirty="0" err="1">
                <a:hlinkClick r:id="rId4"/>
              </a:rPr>
              <a:t>Mandalas</a:t>
            </a:r>
            <a:endParaRPr lang="en-US"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69D6-7195-4D43-B606-1D49CF14F8D6}"/>
              </a:ext>
            </a:extLst>
          </p:cNvPr>
          <p:cNvSpPr>
            <a:spLocks noGrp="1"/>
          </p:cNvSpPr>
          <p:nvPr>
            <p:ph type="title"/>
          </p:nvPr>
        </p:nvSpPr>
        <p:spPr>
          <a:xfrm>
            <a:off x="2380061" y="304801"/>
            <a:ext cx="7429499" cy="874451"/>
          </a:xfrm>
        </p:spPr>
        <p:txBody>
          <a:bodyPr>
            <a:normAutofit fontScale="90000"/>
          </a:bodyPr>
          <a:lstStyle/>
          <a:p>
            <a:r>
              <a:rPr lang="en-US" dirty="0"/>
              <a:t>Mantra</a:t>
            </a:r>
            <a:br>
              <a:rPr lang="en-US" dirty="0"/>
            </a:br>
            <a:r>
              <a:rPr lang="en-US" dirty="0"/>
              <a:t>Om Mani Padme Hum</a:t>
            </a:r>
          </a:p>
        </p:txBody>
      </p:sp>
      <p:pic>
        <p:nvPicPr>
          <p:cNvPr id="7" name="Online Media 6" title="Om Mani Padme Hum  Original Extended Version x9">
            <a:hlinkClick r:id="" action="ppaction://media"/>
            <a:extLst>
              <a:ext uri="{FF2B5EF4-FFF2-40B4-BE49-F238E27FC236}">
                <a16:creationId xmlns:a16="http://schemas.microsoft.com/office/drawing/2014/main" id="{2D07F2F1-16E0-4044-8F56-6F9B29F7AC78}"/>
              </a:ext>
            </a:extLst>
          </p:cNvPr>
          <p:cNvPicPr>
            <a:picLocks noGrp="1" noRot="1" noChangeAspect="1"/>
          </p:cNvPicPr>
          <p:nvPr>
            <p:ph idx="1"/>
            <a:videoFile r:link="rId1"/>
          </p:nvPr>
        </p:nvPicPr>
        <p:blipFill>
          <a:blip r:embed="rId3"/>
          <a:stretch>
            <a:fillRect/>
          </a:stretch>
        </p:blipFill>
        <p:spPr>
          <a:xfrm>
            <a:off x="1409700" y="1281112"/>
            <a:ext cx="9372600" cy="5272087"/>
          </a:xfrm>
          <a:prstGeom prst="rect">
            <a:avLst/>
          </a:prstGeom>
        </p:spPr>
      </p:pic>
    </p:spTree>
    <p:extLst>
      <p:ext uri="{BB962C8B-B14F-4D97-AF65-F5344CB8AC3E}">
        <p14:creationId xmlns:p14="http://schemas.microsoft.com/office/powerpoint/2010/main" val="2997013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1252" y="381000"/>
            <a:ext cx="7429499" cy="588146"/>
          </a:xfrm>
        </p:spPr>
        <p:txBody>
          <a:bodyPr>
            <a:normAutofit fontScale="90000"/>
          </a:bodyPr>
          <a:lstStyle/>
          <a:p>
            <a:r>
              <a:rPr lang="en-US" dirty="0"/>
              <a:t>Mudra</a:t>
            </a:r>
          </a:p>
        </p:txBody>
      </p:sp>
      <p:pic>
        <p:nvPicPr>
          <p:cNvPr id="4" name="rQP4QKUSxRA"/>
          <p:cNvPicPr>
            <a:picLocks noGrp="1" noRot="1" noChangeAspect="1"/>
          </p:cNvPicPr>
          <p:nvPr>
            <p:ph idx="1"/>
            <a:videoFile r:link="rId1"/>
          </p:nvPr>
        </p:nvPicPr>
        <p:blipFill>
          <a:blip r:embed="rId4"/>
          <a:stretch>
            <a:fillRect/>
          </a:stretch>
        </p:blipFill>
        <p:spPr>
          <a:xfrm>
            <a:off x="2381250" y="1992313"/>
            <a:ext cx="7431088" cy="4179887"/>
          </a:xfrm>
          <a:prstGeom prst="rect">
            <a:avLst/>
          </a:prstGeom>
        </p:spPr>
      </p:pic>
    </p:spTree>
    <p:extLst>
      <p:ext uri="{BB962C8B-B14F-4D97-AF65-F5344CB8AC3E}">
        <p14:creationId xmlns:p14="http://schemas.microsoft.com/office/powerpoint/2010/main" val="387109515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AC4B-BF73-424A-AD11-A34EF37BF101}"/>
              </a:ext>
            </a:extLst>
          </p:cNvPr>
          <p:cNvSpPr>
            <a:spLocks noGrp="1"/>
          </p:cNvSpPr>
          <p:nvPr>
            <p:ph type="title"/>
          </p:nvPr>
        </p:nvSpPr>
        <p:spPr>
          <a:xfrm>
            <a:off x="2381251" y="304801"/>
            <a:ext cx="7429499" cy="521563"/>
          </a:xfrm>
        </p:spPr>
        <p:txBody>
          <a:bodyPr>
            <a:normAutofit fontScale="90000"/>
          </a:bodyPr>
          <a:lstStyle/>
          <a:p>
            <a:r>
              <a:rPr lang="en-US" dirty="0"/>
              <a:t>Tibetan Mandala</a:t>
            </a:r>
          </a:p>
        </p:txBody>
      </p:sp>
      <p:pic>
        <p:nvPicPr>
          <p:cNvPr id="4" name="Online Media 3" title="Tibetan Monks Create Sand Mandala at Clark College in Vancouver, WA">
            <a:hlinkClick r:id="" action="ppaction://media"/>
            <a:extLst>
              <a:ext uri="{FF2B5EF4-FFF2-40B4-BE49-F238E27FC236}">
                <a16:creationId xmlns:a16="http://schemas.microsoft.com/office/drawing/2014/main" id="{72268A93-51D4-4947-838C-F196FBF89E82}"/>
              </a:ext>
            </a:extLst>
          </p:cNvPr>
          <p:cNvPicPr>
            <a:picLocks noGrp="1" noRot="1" noChangeAspect="1"/>
          </p:cNvPicPr>
          <p:nvPr>
            <p:ph idx="1"/>
            <a:videoFile r:link="rId1"/>
          </p:nvPr>
        </p:nvPicPr>
        <p:blipFill>
          <a:blip r:embed="rId4"/>
          <a:stretch>
            <a:fillRect/>
          </a:stretch>
        </p:blipFill>
        <p:spPr>
          <a:xfrm>
            <a:off x="1676400" y="1143000"/>
            <a:ext cx="9210850" cy="5181103"/>
          </a:xfrm>
          <a:prstGeom prst="rect">
            <a:avLst/>
          </a:prstGeom>
        </p:spPr>
      </p:pic>
    </p:spTree>
    <p:extLst>
      <p:ext uri="{BB962C8B-B14F-4D97-AF65-F5344CB8AC3E}">
        <p14:creationId xmlns:p14="http://schemas.microsoft.com/office/powerpoint/2010/main" val="2260155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Jingtu</a:t>
            </a:r>
            <a:r>
              <a:rPr lang="en-US" dirty="0"/>
              <a:t> (Pure Land)</a:t>
            </a:r>
          </a:p>
        </p:txBody>
      </p:sp>
      <p:sp>
        <p:nvSpPr>
          <p:cNvPr id="3" name="Content Placeholder 2"/>
          <p:cNvSpPr>
            <a:spLocks noGrp="1"/>
          </p:cNvSpPr>
          <p:nvPr>
            <p:ph idx="1"/>
          </p:nvPr>
        </p:nvSpPr>
        <p:spPr/>
        <p:txBody>
          <a:bodyPr/>
          <a:lstStyle/>
          <a:p>
            <a:r>
              <a:rPr lang="en-US" dirty="0"/>
              <a:t>Three ages of Buddhism</a:t>
            </a:r>
          </a:p>
          <a:p>
            <a:pPr lvl="1"/>
            <a:r>
              <a:rPr lang="en-US" dirty="0"/>
              <a:t>Latter Day of the Law (</a:t>
            </a:r>
            <a:r>
              <a:rPr lang="en-US" dirty="0" err="1"/>
              <a:t>Mappo</a:t>
            </a:r>
            <a:r>
              <a:rPr lang="en-US" dirty="0"/>
              <a:t>)</a:t>
            </a:r>
          </a:p>
          <a:p>
            <a:pPr lvl="1"/>
            <a:r>
              <a:rPr lang="en-US" dirty="0"/>
              <a:t>Impossible to achieve enlightenment</a:t>
            </a:r>
          </a:p>
          <a:p>
            <a:r>
              <a:rPr lang="en-US" dirty="0"/>
              <a:t>Western Paradise presided over by </a:t>
            </a:r>
            <a:r>
              <a:rPr lang="en-US" dirty="0" err="1"/>
              <a:t>Amitahba</a:t>
            </a:r>
            <a:r>
              <a:rPr lang="en-US" dirty="0"/>
              <a:t> (Buddha of Infinite Light)</a:t>
            </a:r>
          </a:p>
          <a:p>
            <a:r>
              <a:rPr lang="en-US" dirty="0"/>
              <a:t>Invocation of the name of Buddha</a:t>
            </a:r>
          </a:p>
          <a:p>
            <a:pPr lvl="1"/>
            <a:r>
              <a:rPr lang="en-US" dirty="0"/>
              <a:t>Chant the </a:t>
            </a:r>
            <a:r>
              <a:rPr lang="en-US" dirty="0" err="1"/>
              <a:t>nien-fo</a:t>
            </a:r>
            <a:endParaRPr lang="en-US" dirty="0"/>
          </a:p>
          <a:p>
            <a:r>
              <a:rPr lang="en-US" dirty="0"/>
              <a:t>Appealed to common man, became most popular form of Buddhism in East Asia</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 (Zen)</a:t>
            </a:r>
          </a:p>
        </p:txBody>
      </p:sp>
      <p:sp>
        <p:nvSpPr>
          <p:cNvPr id="3" name="Content Placeholder 2"/>
          <p:cNvSpPr>
            <a:spLocks noGrp="1"/>
          </p:cNvSpPr>
          <p:nvPr>
            <p:ph sz="half" idx="1"/>
          </p:nvPr>
        </p:nvSpPr>
        <p:spPr>
          <a:xfrm>
            <a:off x="1981200" y="1600201"/>
            <a:ext cx="5562600" cy="4525963"/>
          </a:xfrm>
        </p:spPr>
        <p:txBody>
          <a:bodyPr>
            <a:normAutofit/>
          </a:bodyPr>
          <a:lstStyle/>
          <a:p>
            <a:r>
              <a:rPr lang="en-US" dirty="0"/>
              <a:t>Rejected authority of sutras (</a:t>
            </a:r>
            <a:r>
              <a:rPr lang="en-US" dirty="0" err="1"/>
              <a:t>atextual</a:t>
            </a:r>
            <a:r>
              <a:rPr lang="en-US" dirty="0"/>
              <a:t>)</a:t>
            </a:r>
          </a:p>
          <a:p>
            <a:r>
              <a:rPr lang="en-US" dirty="0"/>
              <a:t>Extolled mind-to-mind transmissions of Buddhist truths</a:t>
            </a:r>
          </a:p>
          <a:p>
            <a:r>
              <a:rPr lang="en-US" dirty="0"/>
              <a:t>First Patriarch – </a:t>
            </a:r>
            <a:r>
              <a:rPr lang="en-US" dirty="0" err="1"/>
              <a:t>Bodhidharma</a:t>
            </a:r>
            <a:endParaRPr lang="en-US" dirty="0"/>
          </a:p>
          <a:p>
            <a:pPr lvl="1"/>
            <a:r>
              <a:rPr lang="en-US" dirty="0"/>
              <a:t>Meditation</a:t>
            </a:r>
          </a:p>
          <a:p>
            <a:pPr lvl="1"/>
            <a:r>
              <a:rPr lang="en-US" dirty="0"/>
              <a:t>Sudden enlightenment</a:t>
            </a:r>
          </a:p>
          <a:p>
            <a:r>
              <a:rPr lang="en-US" dirty="0"/>
              <a:t>Gong-an (</a:t>
            </a:r>
            <a:r>
              <a:rPr lang="en-US" dirty="0" err="1"/>
              <a:t>Koan</a:t>
            </a:r>
            <a:r>
              <a:rPr lang="en-US" dirty="0"/>
              <a:t>) inquiry</a:t>
            </a:r>
          </a:p>
          <a:p>
            <a:pPr lvl="1"/>
            <a:r>
              <a:rPr lang="en-US" dirty="0"/>
              <a:t>“if you meet the Buddha, kill him”</a:t>
            </a:r>
          </a:p>
          <a:p>
            <a:pPr lvl="1"/>
            <a:r>
              <a:rPr lang="en-US" dirty="0"/>
              <a:t>What is the Buddha? Three pounds of flax.</a:t>
            </a:r>
          </a:p>
          <a:p>
            <a:endParaRPr lang="en-US" dirty="0"/>
          </a:p>
        </p:txBody>
      </p:sp>
      <p:pic>
        <p:nvPicPr>
          <p:cNvPr id="8" name="Content Placeholder 7" descr="bodi8.jpg"/>
          <p:cNvPicPr>
            <a:picLocks noGrp="1" noChangeAspect="1"/>
          </p:cNvPicPr>
          <p:nvPr>
            <p:ph sz="half" idx="2"/>
          </p:nvPr>
        </p:nvPicPr>
        <p:blipFill>
          <a:blip r:embed="rId2" cstate="print"/>
          <a:stretch>
            <a:fillRect/>
          </a:stretch>
        </p:blipFill>
        <p:spPr>
          <a:xfrm>
            <a:off x="7696200" y="1143000"/>
            <a:ext cx="2609088" cy="3267456"/>
          </a:xfrm>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0D14BB-1228-4865-92FA-B160826329FD}"/>
              </a:ext>
            </a:extLst>
          </p:cNvPr>
          <p:cNvSpPr>
            <a:spLocks noGrp="1"/>
          </p:cNvSpPr>
          <p:nvPr>
            <p:ph type="title"/>
          </p:nvPr>
        </p:nvSpPr>
        <p:spPr/>
        <p:txBody>
          <a:bodyPr/>
          <a:lstStyle/>
          <a:p>
            <a:r>
              <a:rPr lang="en-US" dirty="0"/>
              <a:t>Mindfulness</a:t>
            </a:r>
          </a:p>
        </p:txBody>
      </p:sp>
      <p:sp>
        <p:nvSpPr>
          <p:cNvPr id="6" name="Content Placeholder 5">
            <a:extLst>
              <a:ext uri="{FF2B5EF4-FFF2-40B4-BE49-F238E27FC236}">
                <a16:creationId xmlns:a16="http://schemas.microsoft.com/office/drawing/2014/main" id="{4A8CD048-4514-4F40-914D-C1F3524255DB}"/>
              </a:ext>
            </a:extLst>
          </p:cNvPr>
          <p:cNvSpPr>
            <a:spLocks noGrp="1"/>
          </p:cNvSpPr>
          <p:nvPr>
            <p:ph idx="1"/>
          </p:nvPr>
        </p:nvSpPr>
        <p:spPr/>
        <p:txBody>
          <a:bodyPr/>
          <a:lstStyle/>
          <a:p>
            <a:r>
              <a:rPr lang="en-US" dirty="0"/>
              <a:t>Breathing Meditation</a:t>
            </a:r>
          </a:p>
          <a:p>
            <a:pPr lvl="1"/>
            <a:r>
              <a:rPr lang="en-US" dirty="0">
                <a:hlinkClick r:id="rId2"/>
              </a:rPr>
              <a:t>https://www.uclahealth.org/marc/mpeg/01_Breathing_Meditation.mp3</a:t>
            </a:r>
            <a:endParaRPr lang="en-US" dirty="0"/>
          </a:p>
          <a:p>
            <a:pPr marL="342900" lvl="1" indent="0">
              <a:buNone/>
            </a:pPr>
            <a:endParaRPr lang="en-US" dirty="0"/>
          </a:p>
        </p:txBody>
      </p:sp>
    </p:spTree>
    <p:extLst>
      <p:ext uri="{BB962C8B-B14F-4D97-AF65-F5344CB8AC3E}">
        <p14:creationId xmlns:p14="http://schemas.microsoft.com/office/powerpoint/2010/main" val="72364829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Tang Elite</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211595285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Tang Elite</a:t>
            </a:r>
          </a:p>
        </p:txBody>
      </p:sp>
      <p:sp>
        <p:nvSpPr>
          <p:cNvPr id="6" name="Content Placeholder 5"/>
          <p:cNvSpPr>
            <a:spLocks noGrp="1"/>
          </p:cNvSpPr>
          <p:nvPr>
            <p:ph idx="1"/>
          </p:nvPr>
        </p:nvSpPr>
        <p:spPr>
          <a:xfrm>
            <a:off x="685800" y="1524000"/>
            <a:ext cx="9372600" cy="5334000"/>
          </a:xfrm>
        </p:spPr>
        <p:txBody>
          <a:bodyPr>
            <a:normAutofit/>
          </a:bodyPr>
          <a:lstStyle/>
          <a:p>
            <a:r>
              <a:rPr lang="en-US" sz="3200" dirty="0"/>
              <a:t>Elite families remain prominent despite wars and attacks on their prestige</a:t>
            </a:r>
          </a:p>
          <a:p>
            <a:r>
              <a:rPr lang="en-US" sz="3200" dirty="0"/>
              <a:t>Court orders genealogies conducted of prominent families</a:t>
            </a:r>
          </a:p>
          <a:p>
            <a:pPr lvl="1"/>
            <a:r>
              <a:rPr lang="en-US" sz="2800" dirty="0"/>
              <a:t>Demanded emphasis on current office holders</a:t>
            </a:r>
          </a:p>
          <a:p>
            <a:pPr lvl="1"/>
            <a:r>
              <a:rPr lang="en-US" sz="2800" dirty="0"/>
              <a:t>Banned intermarriage between 7 oldest families</a:t>
            </a:r>
          </a:p>
          <a:p>
            <a:pPr lvl="2"/>
            <a:r>
              <a:rPr lang="en-US" sz="2400" dirty="0"/>
              <a:t>Unintended consequence – upheld identify of elite</a:t>
            </a:r>
          </a:p>
        </p:txBody>
      </p:sp>
    </p:spTree>
    <p:extLst>
      <p:ext uri="{BB962C8B-B14F-4D97-AF65-F5344CB8AC3E}">
        <p14:creationId xmlns:p14="http://schemas.microsoft.com/office/powerpoint/2010/main" val="361280485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Tang Elite</a:t>
            </a:r>
          </a:p>
        </p:txBody>
      </p:sp>
      <p:sp>
        <p:nvSpPr>
          <p:cNvPr id="6" name="Content Placeholder 5"/>
          <p:cNvSpPr>
            <a:spLocks noGrp="1"/>
          </p:cNvSpPr>
          <p:nvPr>
            <p:ph idx="1"/>
          </p:nvPr>
        </p:nvSpPr>
        <p:spPr>
          <a:xfrm>
            <a:off x="913794" y="1616921"/>
            <a:ext cx="9678005" cy="5334000"/>
          </a:xfrm>
        </p:spPr>
        <p:txBody>
          <a:bodyPr>
            <a:normAutofit fontScale="92500" lnSpcReduction="10000"/>
          </a:bodyPr>
          <a:lstStyle/>
          <a:p>
            <a:r>
              <a:rPr lang="en-US" sz="3200" dirty="0"/>
              <a:t>Elite families remain prominent despite wars and attacks on their prestige</a:t>
            </a:r>
          </a:p>
          <a:p>
            <a:r>
              <a:rPr lang="en-US" sz="3200" dirty="0"/>
              <a:t>Court orders genealogies conducted of prominent families</a:t>
            </a:r>
          </a:p>
          <a:p>
            <a:r>
              <a:rPr lang="en-US" sz="3200" dirty="0"/>
              <a:t>Great families held disproportionate share of ministerial posts</a:t>
            </a:r>
          </a:p>
          <a:p>
            <a:r>
              <a:rPr lang="en-US" sz="3200" dirty="0"/>
              <a:t>Moved to capital</a:t>
            </a:r>
          </a:p>
          <a:p>
            <a:r>
              <a:rPr lang="en-US" sz="3200" dirty="0"/>
              <a:t>Education, manners, and family morality justify status</a:t>
            </a:r>
          </a:p>
          <a:p>
            <a:pPr lvl="1"/>
            <a:r>
              <a:rPr lang="en-US" sz="2800" dirty="0"/>
              <a:t>Judgments on calligraphy, speech, and deportment made it easy to exclude non-aristocrats</a:t>
            </a:r>
          </a:p>
        </p:txBody>
      </p:sp>
    </p:spTree>
    <p:extLst>
      <p:ext uri="{BB962C8B-B14F-4D97-AF65-F5344CB8AC3E}">
        <p14:creationId xmlns:p14="http://schemas.microsoft.com/office/powerpoint/2010/main" val="51441529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Empress Wu</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95306682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Wu Zhao - Rise to Power</a:t>
            </a:r>
          </a:p>
        </p:txBody>
      </p:sp>
      <p:sp>
        <p:nvSpPr>
          <p:cNvPr id="5" name="Content Placeholder 4"/>
          <p:cNvSpPr>
            <a:spLocks noGrp="1"/>
          </p:cNvSpPr>
          <p:nvPr>
            <p:ph sz="half" idx="1"/>
          </p:nvPr>
        </p:nvSpPr>
        <p:spPr>
          <a:xfrm>
            <a:off x="685800" y="1773936"/>
            <a:ext cx="7772399" cy="4623816"/>
          </a:xfrm>
        </p:spPr>
        <p:txBody>
          <a:bodyPr vert="horz" lIns="91440" tIns="91440" rIns="91440" bIns="45720" rtlCol="0" anchor="t">
            <a:normAutofit/>
          </a:bodyPr>
          <a:lstStyle/>
          <a:p>
            <a:r>
              <a:rPr lang="en-US" sz="2800" dirty="0"/>
              <a:t>Early Life</a:t>
            </a:r>
          </a:p>
          <a:p>
            <a:pPr lvl="1"/>
            <a:r>
              <a:rPr lang="en-US" sz="2600" dirty="0"/>
              <a:t>Born in 624 CE, Wu Zhao was raised in a well-off family with a focus on education.</a:t>
            </a:r>
          </a:p>
          <a:p>
            <a:r>
              <a:rPr lang="en-US" sz="2800" dirty="0"/>
              <a:t>At age 14, becomes concubine of Emperor </a:t>
            </a:r>
            <a:r>
              <a:rPr lang="en-US" sz="2800" dirty="0" err="1"/>
              <a:t>Taizong</a:t>
            </a:r>
            <a:r>
              <a:rPr lang="en-US" sz="2800" dirty="0"/>
              <a:t> (634 CE)</a:t>
            </a:r>
          </a:p>
          <a:p>
            <a:r>
              <a:rPr lang="en-US" sz="2800" dirty="0"/>
              <a:t>After Emperor </a:t>
            </a:r>
            <a:r>
              <a:rPr lang="en-US" sz="2800" dirty="0" err="1"/>
              <a:t>Taizong's</a:t>
            </a:r>
            <a:r>
              <a:rPr lang="en-US" sz="2800" dirty="0"/>
              <a:t> death, consorts and concubines are sent to </a:t>
            </a:r>
            <a:r>
              <a:rPr lang="en-US" sz="2800" dirty="0" err="1"/>
              <a:t>Ganye</a:t>
            </a:r>
            <a:r>
              <a:rPr lang="en-US" sz="2800" dirty="0"/>
              <a:t> Temple (Convent)</a:t>
            </a:r>
          </a:p>
          <a:p>
            <a:r>
              <a:rPr lang="en-US" sz="2800" dirty="0"/>
              <a:t> Escapes and returns to the palace</a:t>
            </a:r>
          </a:p>
        </p:txBody>
      </p:sp>
      <p:pic>
        <p:nvPicPr>
          <p:cNvPr id="7" name="Content Placeholder 6" descr="wu.jpg"/>
          <p:cNvPicPr>
            <a:picLocks noGrp="1" noChangeAspect="1"/>
          </p:cNvPicPr>
          <p:nvPr>
            <p:ph sz="half" idx="2"/>
          </p:nvPr>
        </p:nvPicPr>
        <p:blipFill>
          <a:blip r:embed="rId2" cstate="print"/>
          <a:stretch>
            <a:fillRect/>
          </a:stretch>
        </p:blipFill>
        <p:spPr>
          <a:xfrm>
            <a:off x="8792593" y="1773936"/>
            <a:ext cx="2447925" cy="2905125"/>
          </a:xfrm>
          <a:prstGeom prst="rect">
            <a:avLst/>
          </a:prstGeom>
        </p:spPr>
      </p:pic>
    </p:spTree>
    <p:extLst>
      <p:ext uri="{BB962C8B-B14F-4D97-AF65-F5344CB8AC3E}">
        <p14:creationId xmlns:p14="http://schemas.microsoft.com/office/powerpoint/2010/main" val="186106111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dirty="0"/>
              <a:t>Succession Crisis</a:t>
            </a:r>
          </a:p>
        </p:txBody>
      </p:sp>
      <p:sp>
        <p:nvSpPr>
          <p:cNvPr id="13315" name="Rectangle 3"/>
          <p:cNvSpPr>
            <a:spLocks noGrp="1" noChangeArrowheads="1"/>
          </p:cNvSpPr>
          <p:nvPr>
            <p:ph sz="half" idx="1"/>
          </p:nvPr>
        </p:nvSpPr>
        <p:spPr>
          <a:xfrm>
            <a:off x="4648200" y="1600200"/>
            <a:ext cx="6019800" cy="4623816"/>
          </a:xfrm>
        </p:spPr>
        <p:txBody>
          <a:bodyPr>
            <a:normAutofit fontScale="92500" lnSpcReduction="20000"/>
          </a:bodyPr>
          <a:lstStyle/>
          <a:p>
            <a:pPr eaLnBrk="1" hangingPunct="1">
              <a:lnSpc>
                <a:spcPct val="90000"/>
              </a:lnSpc>
            </a:pPr>
            <a:r>
              <a:rPr lang="en-US" sz="3200" dirty="0"/>
              <a:t>Crown Prince lost favor due to his infatuation with nomadic ways; </a:t>
            </a:r>
          </a:p>
          <a:p>
            <a:pPr eaLnBrk="1" hangingPunct="1">
              <a:lnSpc>
                <a:spcPct val="90000"/>
              </a:lnSpc>
            </a:pPr>
            <a:r>
              <a:rPr lang="en-US" sz="3200" dirty="0"/>
              <a:t>favorite son involved in court intrigue</a:t>
            </a:r>
          </a:p>
          <a:p>
            <a:pPr>
              <a:lnSpc>
                <a:spcPct val="90000"/>
              </a:lnSpc>
            </a:pPr>
            <a:r>
              <a:rPr lang="en-US" sz="3200" dirty="0"/>
              <a:t>Emperor </a:t>
            </a:r>
            <a:r>
              <a:rPr lang="en-US" sz="3200" dirty="0" err="1"/>
              <a:t>Gaozong</a:t>
            </a:r>
            <a:r>
              <a:rPr lang="en-US" sz="3200" dirty="0"/>
              <a:t> (Li </a:t>
            </a:r>
            <a:r>
              <a:rPr lang="en-US" sz="3200" dirty="0" err="1"/>
              <a:t>Zhi</a:t>
            </a:r>
            <a:r>
              <a:rPr lang="en-US" sz="3200" dirty="0"/>
              <a:t>)</a:t>
            </a:r>
          </a:p>
          <a:p>
            <a:pPr lvl="1">
              <a:lnSpc>
                <a:spcPct val="90000"/>
              </a:lnSpc>
            </a:pPr>
            <a:r>
              <a:rPr lang="en-US" sz="3000" dirty="0"/>
              <a:t>Ultimately, succession went to </a:t>
            </a:r>
            <a:r>
              <a:rPr lang="en-US" sz="3000" dirty="0" err="1"/>
              <a:t>Taizong's</a:t>
            </a:r>
            <a:r>
              <a:rPr lang="en-US" sz="3000" dirty="0"/>
              <a:t> ninth son, Li </a:t>
            </a:r>
            <a:r>
              <a:rPr lang="en-US" sz="3000" dirty="0" err="1"/>
              <a:t>Zhi</a:t>
            </a:r>
            <a:r>
              <a:rPr lang="en-US" sz="3000" dirty="0"/>
              <a:t>, who became Emperor </a:t>
            </a:r>
            <a:r>
              <a:rPr lang="en-US" sz="3000" dirty="0" err="1"/>
              <a:t>Gaozong</a:t>
            </a:r>
            <a:r>
              <a:rPr lang="en-US" sz="3000" dirty="0"/>
              <a:t>.</a:t>
            </a:r>
          </a:p>
          <a:p>
            <a:pPr lvl="1">
              <a:lnSpc>
                <a:spcPct val="90000"/>
              </a:lnSpc>
            </a:pPr>
            <a:r>
              <a:rPr lang="en-US" sz="3000" dirty="0"/>
              <a:t>Viewed by many as a weak and inexperienced choice, which contributed to the rise of Wu Zhao's influence in the court.</a:t>
            </a:r>
          </a:p>
        </p:txBody>
      </p:sp>
      <p:pic>
        <p:nvPicPr>
          <p:cNvPr id="3" name="Content Placeholder 2"/>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57200" y="1600200"/>
            <a:ext cx="3809174" cy="4322770"/>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0" dur="500"/>
                                        <p:tgtEl>
                                          <p:spTgt spid="13315">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3"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en-US" b="1" dirty="0"/>
              <a:t>Wu Zhao and </a:t>
            </a:r>
            <a:r>
              <a:rPr lang="en-US" b="1" dirty="0" err="1"/>
              <a:t>Gaozong's</a:t>
            </a:r>
            <a:r>
              <a:rPr lang="en-US" b="1" dirty="0"/>
              <a:t> Reign</a:t>
            </a:r>
            <a:endParaRPr lang="en-US" dirty="0"/>
          </a:p>
        </p:txBody>
      </p:sp>
      <p:sp>
        <p:nvSpPr>
          <p:cNvPr id="13315" name="Rectangle 3"/>
          <p:cNvSpPr>
            <a:spLocks noGrp="1" noChangeArrowheads="1"/>
          </p:cNvSpPr>
          <p:nvPr>
            <p:ph idx="1"/>
          </p:nvPr>
        </p:nvSpPr>
        <p:spPr>
          <a:xfrm>
            <a:off x="762000" y="1580050"/>
            <a:ext cx="9906000" cy="4930409"/>
          </a:xfrm>
        </p:spPr>
        <p:txBody>
          <a:bodyPr>
            <a:normAutofit lnSpcReduction="10000"/>
          </a:bodyPr>
          <a:lstStyle/>
          <a:p>
            <a:pPr>
              <a:buFont typeface="Arial" panose="020B0604020202020204" pitchFamily="34" charset="0"/>
              <a:buChar char="•"/>
            </a:pPr>
            <a:r>
              <a:rPr lang="en-US" b="1" dirty="0" err="1"/>
              <a:t>Gaozong</a:t>
            </a:r>
            <a:r>
              <a:rPr lang="en-US" b="1" dirty="0"/>
              <a:t> Marries Wu Zhao</a:t>
            </a:r>
            <a:endParaRPr lang="en-US" dirty="0"/>
          </a:p>
          <a:p>
            <a:pPr marL="742950" lvl="1" indent="-285750">
              <a:buFont typeface="Arial" panose="020B0604020202020204" pitchFamily="34" charset="0"/>
              <a:buChar char="•"/>
            </a:pPr>
            <a:r>
              <a:rPr lang="en-US" dirty="0"/>
              <a:t>Wu Zhao becomes </a:t>
            </a:r>
            <a:r>
              <a:rPr lang="en-US" dirty="0" err="1"/>
              <a:t>Gaozong's</a:t>
            </a:r>
            <a:r>
              <a:rPr lang="en-US" dirty="0"/>
              <a:t> first consort and eventually Empress in 655 CE.</a:t>
            </a:r>
          </a:p>
          <a:p>
            <a:pPr>
              <a:buFont typeface="Arial" panose="020B0604020202020204" pitchFamily="34" charset="0"/>
              <a:buChar char="•"/>
            </a:pPr>
            <a:r>
              <a:rPr lang="en-US" b="1" dirty="0"/>
              <a:t>660: </a:t>
            </a:r>
            <a:r>
              <a:rPr lang="en-US" b="1" dirty="0" err="1"/>
              <a:t>Gaozong</a:t>
            </a:r>
            <a:r>
              <a:rPr lang="en-US" b="1" dirty="0"/>
              <a:t> Suffers Health Crisis</a:t>
            </a:r>
            <a:endParaRPr lang="en-US" dirty="0"/>
          </a:p>
          <a:p>
            <a:pPr marL="742950" lvl="1" indent="-285750">
              <a:buFont typeface="Arial" panose="020B0604020202020204" pitchFamily="34" charset="0"/>
              <a:buChar char="•"/>
            </a:pPr>
            <a:r>
              <a:rPr lang="en-US" dirty="0" err="1"/>
              <a:t>Gaozong</a:t>
            </a:r>
            <a:r>
              <a:rPr lang="en-US" dirty="0"/>
              <a:t> suffers a debilitating stroke, leading to Wu Zhao taking on the responsibilities of ruling.</a:t>
            </a:r>
          </a:p>
          <a:p>
            <a:pPr>
              <a:buFont typeface="Arial" panose="020B0604020202020204" pitchFamily="34" charset="0"/>
              <a:buChar char="•"/>
            </a:pPr>
            <a:r>
              <a:rPr lang="en-US" b="1" dirty="0"/>
              <a:t>Wu Zhao as De Facto Ruler</a:t>
            </a:r>
            <a:endParaRPr lang="en-US" dirty="0"/>
          </a:p>
          <a:p>
            <a:pPr marL="742950" lvl="1" indent="-285750">
              <a:buFont typeface="Arial" panose="020B0604020202020204" pitchFamily="34" charset="0"/>
              <a:buChar char="•"/>
            </a:pPr>
            <a:r>
              <a:rPr lang="en-US" dirty="0"/>
              <a:t>Wu Zhao assumes control of court affairs and effectively becomes the ruler.</a:t>
            </a:r>
          </a:p>
          <a:p>
            <a:pPr marL="742950" lvl="1" indent="-285750">
              <a:buFont typeface="Arial" panose="020B0604020202020204" pitchFamily="34" charset="0"/>
              <a:buChar char="•"/>
            </a:pPr>
            <a:r>
              <a:rPr lang="en-US" dirty="0"/>
              <a:t>She consolidates power by ordering the death or exile of opponents.</a:t>
            </a:r>
          </a:p>
          <a:p>
            <a:pPr>
              <a:buFont typeface="Arial" panose="020B0604020202020204" pitchFamily="34" charset="0"/>
              <a:buChar char="•"/>
            </a:pPr>
            <a:r>
              <a:rPr lang="en-US" b="1" dirty="0"/>
              <a:t>683: Death of Emperor </a:t>
            </a:r>
            <a:r>
              <a:rPr lang="en-US" b="1" dirty="0" err="1"/>
              <a:t>Gaozong</a:t>
            </a:r>
            <a:endParaRPr lang="en-US" dirty="0"/>
          </a:p>
          <a:p>
            <a:pPr marL="742950" lvl="1" indent="-285750">
              <a:buFont typeface="Arial" panose="020B0604020202020204" pitchFamily="34" charset="0"/>
              <a:buChar char="•"/>
            </a:pPr>
            <a:r>
              <a:rPr lang="en-US" dirty="0"/>
              <a:t>After </a:t>
            </a:r>
            <a:r>
              <a:rPr lang="en-US" dirty="0" err="1"/>
              <a:t>Gaozong's</a:t>
            </a:r>
            <a:r>
              <a:rPr lang="en-US" dirty="0"/>
              <a:t> death, Wu Zhao's son, Li </a:t>
            </a:r>
            <a:r>
              <a:rPr lang="en-US" dirty="0" err="1"/>
              <a:t>Zhe</a:t>
            </a:r>
            <a:r>
              <a:rPr lang="en-US" dirty="0"/>
              <a:t>, ascends the throne as Emperor </a:t>
            </a:r>
            <a:r>
              <a:rPr lang="en-US" dirty="0" err="1"/>
              <a:t>Zhongzong</a:t>
            </a:r>
            <a:r>
              <a:rPr lang="en-US" dirty="0"/>
              <a:t>.</a:t>
            </a:r>
          </a:p>
          <a:p>
            <a:pPr>
              <a:buFont typeface="Arial" panose="020B0604020202020204" pitchFamily="34" charset="0"/>
              <a:buChar char="•"/>
            </a:pPr>
            <a:r>
              <a:rPr lang="en-US" b="1" dirty="0"/>
              <a:t>Empress Dowager Wu</a:t>
            </a:r>
            <a:endParaRPr lang="en-US" dirty="0"/>
          </a:p>
          <a:p>
            <a:pPr marL="742950" lvl="1" indent="-285750">
              <a:buFont typeface="Arial" panose="020B0604020202020204" pitchFamily="34" charset="0"/>
              <a:buChar char="•"/>
            </a:pPr>
            <a:r>
              <a:rPr lang="en-US" dirty="0"/>
              <a:t>Wu Zhao rules as Empress Dowager and Regent, exerting full control over the empire.</a:t>
            </a:r>
          </a:p>
          <a:p>
            <a:pPr marL="37465" indent="0">
              <a:lnSpc>
                <a:spcPct val="90000"/>
              </a:lnSpc>
              <a:buNone/>
            </a:pP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en-US" b="1" dirty="0"/>
              <a:t>Empress Wu and the Zhou Dynasty</a:t>
            </a:r>
            <a:endParaRPr lang="en-US" dirty="0"/>
          </a:p>
        </p:txBody>
      </p:sp>
      <p:sp>
        <p:nvSpPr>
          <p:cNvPr id="13315" name="Rectangle 3"/>
          <p:cNvSpPr>
            <a:spLocks noGrp="1" noChangeArrowheads="1"/>
          </p:cNvSpPr>
          <p:nvPr>
            <p:ph idx="1"/>
          </p:nvPr>
        </p:nvSpPr>
        <p:spPr>
          <a:xfrm>
            <a:off x="913795" y="1766888"/>
            <a:ext cx="9441469" cy="4710112"/>
          </a:xfrm>
        </p:spPr>
        <p:txBody>
          <a:bodyPr/>
          <a:lstStyle/>
          <a:p>
            <a:r>
              <a:rPr lang="en-US" b="1" dirty="0"/>
              <a:t>690 CE: Empress Wu Declares Herself Emperor</a:t>
            </a:r>
            <a:endParaRPr lang="en-US" dirty="0"/>
          </a:p>
          <a:p>
            <a:pPr lvl="1"/>
            <a:r>
              <a:rPr lang="en-US" dirty="0"/>
              <a:t>Empress Wu usurps the throne and declares the establishment of a new dynasty, the Zhou (690-705 CE).</a:t>
            </a:r>
          </a:p>
          <a:p>
            <a:r>
              <a:rPr lang="en-US" b="1" dirty="0"/>
              <a:t>Takes the Name Wu </a:t>
            </a:r>
            <a:r>
              <a:rPr lang="en-US" b="1" dirty="0" err="1"/>
              <a:t>Zetian</a:t>
            </a:r>
            <a:endParaRPr lang="en-US" dirty="0"/>
          </a:p>
          <a:p>
            <a:pPr lvl="1"/>
            <a:r>
              <a:rPr lang="en-US" dirty="0"/>
              <a:t>She adopts the name Wu </a:t>
            </a:r>
            <a:r>
              <a:rPr lang="en-US" dirty="0" err="1"/>
              <a:t>Zetian</a:t>
            </a:r>
            <a:r>
              <a:rPr lang="en-US" dirty="0"/>
              <a:t>, symbolizing her role as the ruler of China.</a:t>
            </a:r>
          </a:p>
          <a:p>
            <a:r>
              <a:rPr lang="en-US" b="1" dirty="0"/>
              <a:t>Proclaimed Herself as the Incarnation of </a:t>
            </a:r>
            <a:r>
              <a:rPr lang="en-US" b="1" dirty="0" err="1"/>
              <a:t>Maitreya</a:t>
            </a:r>
            <a:endParaRPr lang="en-US" dirty="0"/>
          </a:p>
          <a:p>
            <a:pPr lvl="1"/>
            <a:r>
              <a:rPr lang="en-US" dirty="0"/>
              <a:t>Wu </a:t>
            </a:r>
            <a:r>
              <a:rPr lang="en-US" dirty="0" err="1"/>
              <a:t>Zetian</a:t>
            </a:r>
            <a:r>
              <a:rPr lang="en-US" dirty="0"/>
              <a:t> promoted the idea that she was the incarnation of </a:t>
            </a:r>
            <a:r>
              <a:rPr lang="en-US" dirty="0" err="1"/>
              <a:t>Maitreya</a:t>
            </a:r>
            <a:r>
              <a:rPr lang="en-US" dirty="0"/>
              <a:t>, the future Buddha, to legitimize her rule.</a:t>
            </a:r>
          </a:p>
          <a:p>
            <a:r>
              <a:rPr lang="en-US" b="1" dirty="0"/>
              <a:t>Patron of Buddhism</a:t>
            </a:r>
            <a:endParaRPr lang="en-US" dirty="0"/>
          </a:p>
          <a:p>
            <a:pPr lvl="1"/>
            <a:r>
              <a:rPr lang="en-US" dirty="0"/>
              <a:t>Wu </a:t>
            </a:r>
            <a:r>
              <a:rPr lang="en-US" dirty="0" err="1"/>
              <a:t>Zetian</a:t>
            </a:r>
            <a:r>
              <a:rPr lang="en-US" dirty="0"/>
              <a:t> was a great patron of Buddhism, supporting the construction of temples and commissioning Buddhist texts, which helped enhance her religious legitimacy.</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China’s Only Woman Emperor</a:t>
            </a:r>
          </a:p>
        </p:txBody>
      </p:sp>
      <p:sp>
        <p:nvSpPr>
          <p:cNvPr id="3" name="Content Placeholder 2"/>
          <p:cNvSpPr>
            <a:spLocks noGrp="1"/>
          </p:cNvSpPr>
          <p:nvPr>
            <p:ph idx="1"/>
          </p:nvPr>
        </p:nvSpPr>
        <p:spPr>
          <a:xfrm>
            <a:off x="1066800" y="1715269"/>
            <a:ext cx="9514956" cy="4557712"/>
          </a:xfrm>
        </p:spPr>
        <p:txBody>
          <a:bodyPr vert="horz" lIns="54864" tIns="91440" rIns="91440" bIns="45720" rtlCol="0" anchor="t">
            <a:normAutofit/>
          </a:bodyPr>
          <a:lstStyle/>
          <a:p>
            <a:r>
              <a:rPr lang="en-US" b="1" dirty="0"/>
              <a:t>Capable and Effective Ruler</a:t>
            </a:r>
            <a:endParaRPr lang="en-US" dirty="0"/>
          </a:p>
          <a:p>
            <a:r>
              <a:rPr lang="en-US" b="1" dirty="0"/>
              <a:t>Reign of Control and Repression</a:t>
            </a:r>
            <a:endParaRPr lang="en-US" dirty="0"/>
          </a:p>
          <a:p>
            <a:r>
              <a:rPr lang="en-US" b="1" dirty="0"/>
              <a:t>Expansion of Bureaucracy</a:t>
            </a:r>
            <a:endParaRPr lang="en-US" dirty="0"/>
          </a:p>
          <a:p>
            <a:pPr lvl="1"/>
            <a:r>
              <a:rPr lang="en-US" dirty="0"/>
              <a:t>Wu </a:t>
            </a:r>
            <a:r>
              <a:rPr lang="en-US" dirty="0" err="1"/>
              <a:t>Zetian</a:t>
            </a:r>
            <a:r>
              <a:rPr lang="en-US" dirty="0"/>
              <a:t> expanded the bureaucratic system and heavily promoted the use of the imperial examination system.</a:t>
            </a:r>
          </a:p>
          <a:p>
            <a:pPr lvl="1"/>
            <a:r>
              <a:rPr lang="en-US" dirty="0"/>
              <a:t>The examination system gradually became the primary means of acquiring official positions, promoting meritocracy.</a:t>
            </a:r>
          </a:p>
          <a:p>
            <a:pPr>
              <a:lnSpc>
                <a:spcPct val="90000"/>
              </a:lnSpc>
            </a:pPr>
            <a:endParaRPr 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ox(in)">
                                      <p:cBhvr>
                                        <p:cTn id="20" dur="500"/>
                                        <p:tgtEl>
                                          <p:spTgt spid="3">
                                            <p:txEl>
                                              <p:pRg st="3" end="3"/>
                                            </p:tx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ox(in)">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53D31-5855-444D-A706-7DCE4B2EAE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FB2840-5496-4F08-A04B-B12765995D59}"/>
              </a:ext>
            </a:extLst>
          </p:cNvPr>
          <p:cNvSpPr>
            <a:spLocks noGrp="1"/>
          </p:cNvSpPr>
          <p:nvPr>
            <p:ph idx="1"/>
          </p:nvPr>
        </p:nvSpPr>
        <p:spPr/>
        <p:txBody>
          <a:bodyPr/>
          <a:lstStyle/>
          <a:p>
            <a:r>
              <a:rPr lang="en-US" b="1" dirty="0"/>
              <a:t>Bypassing Traditional Offices</a:t>
            </a:r>
            <a:endParaRPr lang="en-US" dirty="0"/>
          </a:p>
          <a:p>
            <a:pPr lvl="1"/>
            <a:r>
              <a:rPr lang="en-US" dirty="0"/>
              <a:t>Wu </a:t>
            </a:r>
            <a:r>
              <a:rPr lang="en-US" dirty="0" err="1"/>
              <a:t>Zetian</a:t>
            </a:r>
            <a:r>
              <a:rPr lang="en-US" dirty="0"/>
              <a:t> bypassed traditional officials and established close ties with a group of advisors known as the "Scholars of the Northern Gate."</a:t>
            </a:r>
          </a:p>
          <a:p>
            <a:r>
              <a:rPr lang="en-US" b="1" dirty="0"/>
              <a:t>Increased Status of Women</a:t>
            </a:r>
            <a:endParaRPr lang="en-US" dirty="0"/>
          </a:p>
          <a:p>
            <a:pPr lvl="1"/>
            <a:r>
              <a:rPr lang="en-US" dirty="0"/>
              <a:t>Tang women enjoyed greater freedoms under Wu </a:t>
            </a:r>
            <a:r>
              <a:rPr lang="en-US" dirty="0" err="1"/>
              <a:t>Zetian</a:t>
            </a:r>
            <a:r>
              <a:rPr lang="en-US" dirty="0"/>
              <a:t>, who served as a role model by breaking traditional gender barriers and supporting women's rights.</a:t>
            </a:r>
          </a:p>
          <a:p>
            <a:endParaRPr lang="en-US" dirty="0"/>
          </a:p>
        </p:txBody>
      </p:sp>
    </p:spTree>
    <p:extLst>
      <p:ext uri="{BB962C8B-B14F-4D97-AF65-F5344CB8AC3E}">
        <p14:creationId xmlns:p14="http://schemas.microsoft.com/office/powerpoint/2010/main" val="135654349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057400" y="228600"/>
            <a:ext cx="7772400" cy="1143000"/>
          </a:xfrm>
        </p:spPr>
        <p:txBody>
          <a:bodyPr>
            <a:normAutofit fontScale="90000"/>
          </a:bodyPr>
          <a:lstStyle/>
          <a:p>
            <a:r>
              <a:rPr lang="en-US" b="1" dirty="0"/>
              <a:t>Tang Restoration and the End of Wu </a:t>
            </a:r>
            <a:r>
              <a:rPr lang="en-US" b="1" dirty="0" err="1"/>
              <a:t>Zetian's</a:t>
            </a:r>
            <a:r>
              <a:rPr lang="en-US" b="1" dirty="0"/>
              <a:t> Rule</a:t>
            </a:r>
            <a:endParaRPr lang="en-US" dirty="0"/>
          </a:p>
        </p:txBody>
      </p:sp>
      <p:sp>
        <p:nvSpPr>
          <p:cNvPr id="13315" name="Rectangle 3"/>
          <p:cNvSpPr>
            <a:spLocks noGrp="1" noChangeArrowheads="1"/>
          </p:cNvSpPr>
          <p:nvPr>
            <p:ph idx="1"/>
          </p:nvPr>
        </p:nvSpPr>
        <p:spPr/>
        <p:txBody>
          <a:bodyPr vert="horz" lIns="54864" tIns="91440" rIns="91440" bIns="45720" rtlCol="0" anchor="t">
            <a:normAutofit/>
          </a:bodyPr>
          <a:lstStyle/>
          <a:p>
            <a:r>
              <a:rPr lang="en-US" b="1" dirty="0"/>
              <a:t>Decline in Authority</a:t>
            </a:r>
            <a:endParaRPr lang="en-US" dirty="0"/>
          </a:p>
          <a:p>
            <a:pPr lvl="1"/>
            <a:r>
              <a:rPr lang="en-US" dirty="0"/>
              <a:t>In her later years, Empress Wu </a:t>
            </a:r>
            <a:r>
              <a:rPr lang="en-US" dirty="0" err="1"/>
              <a:t>Zetian</a:t>
            </a:r>
            <a:r>
              <a:rPr lang="en-US" dirty="0"/>
              <a:t> came under the influence of sycophantic courtiers and her control weakened.</a:t>
            </a:r>
          </a:p>
          <a:p>
            <a:r>
              <a:rPr lang="en-US" b="1" dirty="0"/>
              <a:t>705 CE: Palace Coup</a:t>
            </a:r>
            <a:endParaRPr lang="en-US" dirty="0"/>
          </a:p>
          <a:p>
            <a:pPr lvl="1"/>
            <a:r>
              <a:rPr lang="en-US" dirty="0"/>
              <a:t>A palace coup was carried out by officials, removing the 80-year-old Empress Wu from power.</a:t>
            </a:r>
          </a:p>
          <a:p>
            <a:r>
              <a:rPr lang="en-US" b="1" dirty="0"/>
              <a:t>Restoration of the Tang Dynasty</a:t>
            </a:r>
            <a:endParaRPr lang="en-US" dirty="0"/>
          </a:p>
          <a:p>
            <a:pPr lvl="1"/>
            <a:r>
              <a:rPr lang="en-US" dirty="0"/>
              <a:t>The Tang dynasty was restored, and Emperor </a:t>
            </a:r>
            <a:r>
              <a:rPr lang="en-US" dirty="0" err="1"/>
              <a:t>Zhongzong</a:t>
            </a:r>
            <a:r>
              <a:rPr lang="en-US" dirty="0"/>
              <a:t>, Wu </a:t>
            </a:r>
            <a:r>
              <a:rPr lang="en-US" dirty="0" err="1"/>
              <a:t>Zetian's</a:t>
            </a:r>
            <a:r>
              <a:rPr lang="en-US" dirty="0"/>
              <a:t> son, retook the throne.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checkerboard(across)">
                                      <p:cBhvr>
                                        <p:cTn id="7" dur="500"/>
                                        <p:tgtEl>
                                          <p:spTgt spid="1331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315">
                                            <p:txEl>
                                              <p:pRg st="1" end="1"/>
                                            </p:txEl>
                                          </p:spTgt>
                                        </p:tgtEl>
                                        <p:attrNameLst>
                                          <p:attrName>style.visibility</p:attrName>
                                        </p:attrNameLst>
                                      </p:cBhvr>
                                      <p:to>
                                        <p:strVal val="visible"/>
                                      </p:to>
                                    </p:set>
                                    <p:animEffect transition="in" filter="checkerboard(across)">
                                      <p:cBhvr>
                                        <p:cTn id="10" dur="500"/>
                                        <p:tgtEl>
                                          <p:spTgt spid="133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animEffect transition="in" filter="checkerboard(across)">
                                      <p:cBhvr>
                                        <p:cTn id="15" dur="500"/>
                                        <p:tgtEl>
                                          <p:spTgt spid="13315">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3315">
                                            <p:txEl>
                                              <p:pRg st="3" end="3"/>
                                            </p:txEl>
                                          </p:spTgt>
                                        </p:tgtEl>
                                        <p:attrNameLst>
                                          <p:attrName>style.visibility</p:attrName>
                                        </p:attrNameLst>
                                      </p:cBhvr>
                                      <p:to>
                                        <p:strVal val="visible"/>
                                      </p:to>
                                    </p:set>
                                    <p:animEffect transition="in" filter="checkerboard(across)">
                                      <p:cBhvr>
                                        <p:cTn id="18" dur="500"/>
                                        <p:tgtEl>
                                          <p:spTgt spid="1331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animEffect transition="in" filter="checkerboard(across)">
                                      <p:cBhvr>
                                        <p:cTn id="23" dur="500"/>
                                        <p:tgtEl>
                                          <p:spTgt spid="13315">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3315">
                                            <p:txEl>
                                              <p:pRg st="5" end="5"/>
                                            </p:txEl>
                                          </p:spTgt>
                                        </p:tgtEl>
                                        <p:attrNameLst>
                                          <p:attrName>style.visibility</p:attrName>
                                        </p:attrNameLst>
                                      </p:cBhvr>
                                      <p:to>
                                        <p:strVal val="visible"/>
                                      </p:to>
                                    </p:set>
                                    <p:animEffect transition="in" filter="checkerboard(across)">
                                      <p:cBhvr>
                                        <p:cTn id="26" dur="500"/>
                                        <p:tgtEl>
                                          <p:spTgt spid="13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C261A-5639-465F-9FA0-945F36B7CFB4}"/>
              </a:ext>
            </a:extLst>
          </p:cNvPr>
          <p:cNvSpPr>
            <a:spLocks noGrp="1"/>
          </p:cNvSpPr>
          <p:nvPr>
            <p:ph type="title"/>
          </p:nvPr>
        </p:nvSpPr>
        <p:spPr/>
        <p:txBody>
          <a:bodyPr/>
          <a:lstStyle/>
          <a:p>
            <a:r>
              <a:rPr lang="en-US" b="0">
                <a:ea typeface="+mj-lt"/>
                <a:cs typeface="+mj-lt"/>
              </a:rPr>
              <a:t>Demonization of Wu Zhao</a:t>
            </a:r>
            <a:endParaRPr lang="en-US"/>
          </a:p>
        </p:txBody>
      </p:sp>
      <p:sp>
        <p:nvSpPr>
          <p:cNvPr id="3" name="Content Placeholder 2">
            <a:extLst>
              <a:ext uri="{FF2B5EF4-FFF2-40B4-BE49-F238E27FC236}">
                <a16:creationId xmlns:a16="http://schemas.microsoft.com/office/drawing/2014/main" id="{96A1DB8B-EDC9-4E58-8465-91713437548A}"/>
              </a:ext>
            </a:extLst>
          </p:cNvPr>
          <p:cNvSpPr>
            <a:spLocks noGrp="1"/>
          </p:cNvSpPr>
          <p:nvPr>
            <p:ph idx="1"/>
          </p:nvPr>
        </p:nvSpPr>
        <p:spPr/>
        <p:txBody>
          <a:bodyPr/>
          <a:lstStyle/>
          <a:p>
            <a:r>
              <a:rPr lang="en-US" dirty="0"/>
              <a:t>The Lord of Perfect Satisfaction!</a:t>
            </a:r>
          </a:p>
          <a:p>
            <a:r>
              <a:rPr lang="en-US" dirty="0"/>
              <a:t>Slut-Shaming</a:t>
            </a:r>
          </a:p>
          <a:p>
            <a:pPr lvl="1"/>
            <a:r>
              <a:rPr lang="en-US" dirty="0"/>
              <a:t>Slut-shaming involves attacking a woman’s sexuality to discredit her character or authority.</a:t>
            </a:r>
          </a:p>
          <a:p>
            <a:pPr lvl="1"/>
            <a:r>
              <a:rPr lang="en-US" dirty="0"/>
              <a:t>Often used to undermine women in power, especially when traditional avenues of criticism do not apply.</a:t>
            </a:r>
          </a:p>
          <a:p>
            <a:pPr lvl="1"/>
            <a:endParaRPr lang="en-US" dirty="0"/>
          </a:p>
        </p:txBody>
      </p:sp>
    </p:spTree>
    <p:extLst>
      <p:ext uri="{BB962C8B-B14F-4D97-AF65-F5344CB8AC3E}">
        <p14:creationId xmlns:p14="http://schemas.microsoft.com/office/powerpoint/2010/main" val="422791038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0E05-BED6-45D5-9BD6-1336F25060DE}"/>
              </a:ext>
            </a:extLst>
          </p:cNvPr>
          <p:cNvSpPr>
            <a:spLocks noGrp="1"/>
          </p:cNvSpPr>
          <p:nvPr>
            <p:ph type="title"/>
          </p:nvPr>
        </p:nvSpPr>
        <p:spPr/>
        <p:txBody>
          <a:bodyPr/>
          <a:lstStyle/>
          <a:p>
            <a:r>
              <a:rPr lang="en-US" dirty="0"/>
              <a:t>Slut-Shaming: Catherine the Great</a:t>
            </a:r>
          </a:p>
        </p:txBody>
      </p:sp>
      <p:sp>
        <p:nvSpPr>
          <p:cNvPr id="3" name="Content Placeholder 2">
            <a:extLst>
              <a:ext uri="{FF2B5EF4-FFF2-40B4-BE49-F238E27FC236}">
                <a16:creationId xmlns:a16="http://schemas.microsoft.com/office/drawing/2014/main" id="{B223558A-BA75-4E73-9123-D24C06E4E547}"/>
              </a:ext>
            </a:extLst>
          </p:cNvPr>
          <p:cNvSpPr>
            <a:spLocks noGrp="1"/>
          </p:cNvSpPr>
          <p:nvPr>
            <p:ph idx="1"/>
          </p:nvPr>
        </p:nvSpPr>
        <p:spPr/>
        <p:txBody>
          <a:bodyPr/>
          <a:lstStyle/>
          <a:p>
            <a:r>
              <a:rPr lang="en-US" dirty="0"/>
              <a:t>Ruled Russia from 1762-1796; known for political, cultural, and intellectual achievements.</a:t>
            </a:r>
          </a:p>
          <a:p>
            <a:r>
              <a:rPr lang="en-US" dirty="0"/>
              <a:t>The Rumor: Persistent myth that Catherine died attempting to have sex with a horse.</a:t>
            </a:r>
          </a:p>
          <a:p>
            <a:r>
              <a:rPr lang="en-US" dirty="0"/>
              <a:t>Purpose of Rumor: To reduce her legacy to a sexually deviant figure; undermine her authority and accomplishments.</a:t>
            </a:r>
          </a:p>
        </p:txBody>
      </p:sp>
    </p:spTree>
    <p:extLst>
      <p:ext uri="{BB962C8B-B14F-4D97-AF65-F5344CB8AC3E}">
        <p14:creationId xmlns:p14="http://schemas.microsoft.com/office/powerpoint/2010/main" val="406825223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48FA-D980-4E0F-BB2A-1025C43216C2}"/>
              </a:ext>
            </a:extLst>
          </p:cNvPr>
          <p:cNvSpPr>
            <a:spLocks noGrp="1"/>
          </p:cNvSpPr>
          <p:nvPr>
            <p:ph type="title"/>
          </p:nvPr>
        </p:nvSpPr>
        <p:spPr/>
        <p:txBody>
          <a:bodyPr>
            <a:normAutofit/>
          </a:bodyPr>
          <a:lstStyle/>
          <a:p>
            <a:r>
              <a:rPr lang="en-US" dirty="0">
                <a:effectLst/>
              </a:rPr>
              <a:t>Slut-Shaming: Marie Antoinette</a:t>
            </a:r>
          </a:p>
        </p:txBody>
      </p:sp>
      <p:sp>
        <p:nvSpPr>
          <p:cNvPr id="3" name="Content Placeholder 2">
            <a:extLst>
              <a:ext uri="{FF2B5EF4-FFF2-40B4-BE49-F238E27FC236}">
                <a16:creationId xmlns:a16="http://schemas.microsoft.com/office/drawing/2014/main" id="{C05F96FA-F646-401F-8F5A-BCE1446F875F}"/>
              </a:ext>
            </a:extLst>
          </p:cNvPr>
          <p:cNvSpPr>
            <a:spLocks noGrp="1"/>
          </p:cNvSpPr>
          <p:nvPr>
            <p:ph idx="1"/>
          </p:nvPr>
        </p:nvSpPr>
        <p:spPr/>
        <p:txBody>
          <a:bodyPr/>
          <a:lstStyle/>
          <a:p>
            <a:r>
              <a:rPr lang="en-US" dirty="0"/>
              <a:t>Queen of France leading up to the French Revolution.</a:t>
            </a:r>
          </a:p>
          <a:p>
            <a:r>
              <a:rPr lang="en-US" dirty="0"/>
              <a:t>The </a:t>
            </a:r>
            <a:r>
              <a:rPr lang="en-US" b="1" i="1" dirty="0" err="1"/>
              <a:t>Libelles</a:t>
            </a:r>
            <a:r>
              <a:rPr lang="en-US" dirty="0"/>
              <a:t>: Anonymous pamphlets targeting powerful figures, focusing on scandal and innuendo.</a:t>
            </a:r>
          </a:p>
          <a:p>
            <a:r>
              <a:rPr lang="en-US" dirty="0"/>
              <a:t>Portrayed as promiscuous; alleged extramarital affairs and incest with her son.</a:t>
            </a:r>
          </a:p>
          <a:p>
            <a:r>
              <a:rPr lang="en-US" dirty="0"/>
              <a:t>Contributed to her unpopularity and the narrative of moral corruption; damaged her public image.</a:t>
            </a:r>
          </a:p>
          <a:p>
            <a:endParaRPr lang="en-US" dirty="0"/>
          </a:p>
        </p:txBody>
      </p:sp>
    </p:spTree>
    <p:extLst>
      <p:ext uri="{BB962C8B-B14F-4D97-AF65-F5344CB8AC3E}">
        <p14:creationId xmlns:p14="http://schemas.microsoft.com/office/powerpoint/2010/main" val="314088303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11B3-F9C8-4C0B-96E0-7C1C5C58034B}"/>
              </a:ext>
            </a:extLst>
          </p:cNvPr>
          <p:cNvSpPr>
            <a:spLocks noGrp="1"/>
          </p:cNvSpPr>
          <p:nvPr>
            <p:ph type="title"/>
          </p:nvPr>
        </p:nvSpPr>
        <p:spPr/>
        <p:txBody>
          <a:bodyPr>
            <a:normAutofit/>
          </a:bodyPr>
          <a:lstStyle/>
          <a:p>
            <a:r>
              <a:rPr lang="en-US" b="1" dirty="0"/>
              <a:t>Empress Wu </a:t>
            </a:r>
            <a:r>
              <a:rPr lang="en-US" b="1" dirty="0" err="1"/>
              <a:t>Zetian</a:t>
            </a:r>
            <a:r>
              <a:rPr lang="en-US" b="1" dirty="0"/>
              <a:t> and Confucian Backlash</a:t>
            </a:r>
            <a:endParaRPr lang="en-US" dirty="0"/>
          </a:p>
        </p:txBody>
      </p:sp>
      <p:sp>
        <p:nvSpPr>
          <p:cNvPr id="3" name="Content Placeholder 2">
            <a:extLst>
              <a:ext uri="{FF2B5EF4-FFF2-40B4-BE49-F238E27FC236}">
                <a16:creationId xmlns:a16="http://schemas.microsoft.com/office/drawing/2014/main" id="{35FBBFA8-8AD5-46BF-B38B-3907E86C7F8B}"/>
              </a:ext>
            </a:extLst>
          </p:cNvPr>
          <p:cNvSpPr>
            <a:spLocks noGrp="1"/>
          </p:cNvSpPr>
          <p:nvPr>
            <p:ph idx="1"/>
          </p:nvPr>
        </p:nvSpPr>
        <p:spPr/>
        <p:txBody>
          <a:bodyPr>
            <a:normAutofit lnSpcReduction="10000"/>
          </a:bodyPr>
          <a:lstStyle/>
          <a:p>
            <a:r>
              <a:rPr lang="en-US" dirty="0"/>
              <a:t>Only woman to rule China as emperor during the Tang Dynasty (690-705 CE).</a:t>
            </a:r>
          </a:p>
          <a:p>
            <a:r>
              <a:rPr lang="en-US" b="1" dirty="0"/>
              <a:t>Confucian Ideals</a:t>
            </a:r>
            <a:r>
              <a:rPr lang="en-US" dirty="0"/>
              <a:t>: Confucian scholars emphasized female virtues such as chastity, modesty, and obedience, viewing women as inherently subordinate; Wu </a:t>
            </a:r>
            <a:r>
              <a:rPr lang="en-US" dirty="0" err="1"/>
              <a:t>Zetian's</a:t>
            </a:r>
            <a:r>
              <a:rPr lang="en-US" dirty="0"/>
              <a:t> power was seen as an affront to their beliefs.</a:t>
            </a:r>
          </a:p>
          <a:p>
            <a:r>
              <a:rPr lang="en-US" b="1" dirty="0"/>
              <a:t>Narrative Against Her</a:t>
            </a:r>
            <a:r>
              <a:rPr lang="en-US" dirty="0"/>
              <a:t>: Stories of sexual indulgence and promiscuity, including fabrications such as her supposed relationship with </a:t>
            </a:r>
            <a:r>
              <a:rPr lang="en-US" dirty="0" err="1"/>
              <a:t>Xue</a:t>
            </a:r>
            <a:r>
              <a:rPr lang="en-US" dirty="0"/>
              <a:t> </a:t>
            </a:r>
            <a:r>
              <a:rPr lang="en-US" dirty="0" err="1"/>
              <a:t>Aocao</a:t>
            </a:r>
            <a:r>
              <a:rPr lang="en-US" dirty="0"/>
              <a:t> and keeping numerous male lovers.</a:t>
            </a:r>
          </a:p>
          <a:p>
            <a:pPr lvl="1"/>
            <a:r>
              <a:rPr lang="en-US" dirty="0"/>
              <a:t>Confucian historians described her as manipulative, using seduction to rise in power, including alleged affairs with court officials and even monks.</a:t>
            </a:r>
          </a:p>
          <a:p>
            <a:pPr lvl="1"/>
            <a:r>
              <a:rPr lang="en-US" dirty="0"/>
              <a:t>The story of </a:t>
            </a:r>
            <a:r>
              <a:rPr lang="en-US" dirty="0" err="1"/>
              <a:t>Xue</a:t>
            </a:r>
            <a:r>
              <a:rPr lang="en-US" dirty="0"/>
              <a:t> </a:t>
            </a:r>
            <a:r>
              <a:rPr lang="en-US" dirty="0" err="1"/>
              <a:t>Aocao</a:t>
            </a:r>
            <a:r>
              <a:rPr lang="en-US" dirty="0"/>
              <a:t>: Wu </a:t>
            </a:r>
            <a:r>
              <a:rPr lang="en-US" dirty="0" err="1"/>
              <a:t>Zetian</a:t>
            </a:r>
            <a:r>
              <a:rPr lang="en-US" dirty="0"/>
              <a:t> supposedly summoned </a:t>
            </a:r>
            <a:r>
              <a:rPr lang="en-US" dirty="0" err="1"/>
              <a:t>Xue</a:t>
            </a:r>
            <a:r>
              <a:rPr lang="en-US" dirty="0"/>
              <a:t>, a man with prodigious physical attributes, for her personal pleasure. This sensationalized tale was used to paint her as an insatiable and morally corrupt ruler.</a:t>
            </a:r>
          </a:p>
        </p:txBody>
      </p:sp>
    </p:spTree>
    <p:extLst>
      <p:ext uri="{BB962C8B-B14F-4D97-AF65-F5344CB8AC3E}">
        <p14:creationId xmlns:p14="http://schemas.microsoft.com/office/powerpoint/2010/main" val="98239159"/>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0601F-30BD-467D-A1B6-01802B4416CF}"/>
              </a:ext>
            </a:extLst>
          </p:cNvPr>
          <p:cNvSpPr>
            <a:spLocks noGrp="1"/>
          </p:cNvSpPr>
          <p:nvPr>
            <p:ph type="title"/>
          </p:nvPr>
        </p:nvSpPr>
        <p:spPr/>
        <p:txBody>
          <a:bodyPr/>
          <a:lstStyle/>
          <a:p>
            <a:r>
              <a:rPr lang="en-US" dirty="0"/>
              <a:t>Empress Wu </a:t>
            </a:r>
            <a:r>
              <a:rPr lang="en-US" dirty="0" err="1"/>
              <a:t>Zetian</a:t>
            </a:r>
            <a:r>
              <a:rPr lang="en-US" dirty="0"/>
              <a:t> and Confucian Backlash</a:t>
            </a:r>
          </a:p>
        </p:txBody>
      </p:sp>
      <p:sp>
        <p:nvSpPr>
          <p:cNvPr id="3" name="Content Placeholder 2">
            <a:extLst>
              <a:ext uri="{FF2B5EF4-FFF2-40B4-BE49-F238E27FC236}">
                <a16:creationId xmlns:a16="http://schemas.microsoft.com/office/drawing/2014/main" id="{251CE9F8-0991-44F2-98F2-D57C8CE6615B}"/>
              </a:ext>
            </a:extLst>
          </p:cNvPr>
          <p:cNvSpPr>
            <a:spLocks noGrp="1"/>
          </p:cNvSpPr>
          <p:nvPr>
            <p:ph idx="1"/>
          </p:nvPr>
        </p:nvSpPr>
        <p:spPr/>
        <p:txBody>
          <a:bodyPr>
            <a:normAutofit lnSpcReduction="10000"/>
          </a:bodyPr>
          <a:lstStyle/>
          <a:p>
            <a:r>
              <a:rPr lang="en-US" b="1" dirty="0"/>
              <a:t>Further Accusations</a:t>
            </a:r>
            <a:r>
              <a:rPr lang="en-US" dirty="0"/>
              <a:t>:</a:t>
            </a:r>
          </a:p>
          <a:p>
            <a:pPr lvl="1"/>
            <a:r>
              <a:rPr lang="en-US" b="1" dirty="0"/>
              <a:t>Affairs with Monks and Court Officials</a:t>
            </a:r>
            <a:r>
              <a:rPr lang="en-US" dirty="0"/>
              <a:t>: Wu </a:t>
            </a:r>
            <a:r>
              <a:rPr lang="en-US" dirty="0" err="1"/>
              <a:t>Zetian</a:t>
            </a:r>
            <a:r>
              <a:rPr lang="en-US" dirty="0"/>
              <a:t> was accused of maintaining relationships with Buddhist monks and her court officials, which supposedly served both her political leverage and personal desires.</a:t>
            </a:r>
          </a:p>
          <a:p>
            <a:pPr lvl="1"/>
            <a:r>
              <a:rPr lang="en-US" b="1" dirty="0"/>
              <a:t>Poisoning of Rivals</a:t>
            </a:r>
            <a:r>
              <a:rPr lang="en-US" dirty="0"/>
              <a:t>: She was depicted as using seduction to lure her rivals into vulnerable positions and then poisoning them to secure her power. This portrayal intended to show her as both dangerous and immoral.</a:t>
            </a:r>
          </a:p>
          <a:p>
            <a:pPr lvl="1"/>
            <a:r>
              <a:rPr lang="en-US" b="1" dirty="0"/>
              <a:t>Keeping Male Lovers as Emperor</a:t>
            </a:r>
            <a:r>
              <a:rPr lang="en-US" dirty="0"/>
              <a:t>: After officially becoming emperor, Wu </a:t>
            </a:r>
            <a:r>
              <a:rPr lang="en-US" dirty="0" err="1"/>
              <a:t>Zetian</a:t>
            </a:r>
            <a:r>
              <a:rPr lang="en-US" dirty="0"/>
              <a:t> was accused of keeping numerous young male lovers in her court, depicted as distractions from her ruling duties.</a:t>
            </a:r>
          </a:p>
          <a:p>
            <a:r>
              <a:rPr lang="en-US" b="1" dirty="0"/>
              <a:t>Goal of Rumors</a:t>
            </a:r>
            <a:r>
              <a:rPr lang="en-US" dirty="0"/>
              <a:t>: These accusations aimed to undermine her accomplishments by portraying her as morally corrupt and unfit for power. They justified the Confucian belief that women should not hold positions of authority.</a:t>
            </a:r>
          </a:p>
          <a:p>
            <a:endParaRPr lang="en-US" dirty="0"/>
          </a:p>
        </p:txBody>
      </p:sp>
    </p:spTree>
    <p:extLst>
      <p:ext uri="{BB962C8B-B14F-4D97-AF65-F5344CB8AC3E}">
        <p14:creationId xmlns:p14="http://schemas.microsoft.com/office/powerpoint/2010/main" val="74366075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8E998-93FC-4496-BFE9-79A929E6539B}"/>
              </a:ext>
            </a:extLst>
          </p:cNvPr>
          <p:cNvSpPr>
            <a:spLocks noGrp="1"/>
          </p:cNvSpPr>
          <p:nvPr>
            <p:ph type="title"/>
          </p:nvPr>
        </p:nvSpPr>
        <p:spPr/>
        <p:txBody>
          <a:bodyPr/>
          <a:lstStyle/>
          <a:p>
            <a:r>
              <a:rPr lang="en-US" dirty="0"/>
              <a:t>Speaking Sex to Power</a:t>
            </a:r>
          </a:p>
        </p:txBody>
      </p:sp>
      <p:sp>
        <p:nvSpPr>
          <p:cNvPr id="3" name="Content Placeholder 2">
            <a:extLst>
              <a:ext uri="{FF2B5EF4-FFF2-40B4-BE49-F238E27FC236}">
                <a16:creationId xmlns:a16="http://schemas.microsoft.com/office/drawing/2014/main" id="{B24D963C-A65B-4A88-9B15-074E4C50831B}"/>
              </a:ext>
            </a:extLst>
          </p:cNvPr>
          <p:cNvSpPr>
            <a:spLocks noGrp="1"/>
          </p:cNvSpPr>
          <p:nvPr>
            <p:ph idx="1"/>
          </p:nvPr>
        </p:nvSpPr>
        <p:spPr/>
        <p:txBody>
          <a:bodyPr/>
          <a:lstStyle/>
          <a:p>
            <a:r>
              <a:rPr lang="en-US" b="1" dirty="0"/>
              <a:t>Sexuality as a Weapon</a:t>
            </a:r>
            <a:r>
              <a:rPr lang="en-US" dirty="0"/>
              <a:t>: In each case, accusations focused on alleged deviant sexual behavior to reduce their legitimacy.</a:t>
            </a:r>
          </a:p>
          <a:p>
            <a:r>
              <a:rPr lang="en-US" b="1" dirty="0"/>
              <a:t>Fear of Female Authority</a:t>
            </a:r>
            <a:r>
              <a:rPr lang="en-US" dirty="0"/>
              <a:t>: Powerful women stepping beyond traditional roles were targeted.</a:t>
            </a:r>
          </a:p>
          <a:p>
            <a:r>
              <a:rPr lang="en-US" b="1" dirty="0"/>
              <a:t>Impact on Legacy</a:t>
            </a:r>
            <a:r>
              <a:rPr lang="en-US" dirty="0"/>
              <a:t>: Instead of their achievements, their reputations were often defined by scandal and innuendo.</a:t>
            </a:r>
          </a:p>
        </p:txBody>
      </p:sp>
    </p:spTree>
    <p:extLst>
      <p:ext uri="{BB962C8B-B14F-4D97-AF65-F5344CB8AC3E}">
        <p14:creationId xmlns:p14="http://schemas.microsoft.com/office/powerpoint/2010/main" val="96483208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Emperor </a:t>
            </a:r>
            <a:r>
              <a:rPr lang="en-US" dirty="0" err="1"/>
              <a:t>Xuanzong</a:t>
            </a:r>
            <a:endParaRPr lang="en-US" dirty="0"/>
          </a:p>
        </p:txBody>
      </p:sp>
      <p:sp>
        <p:nvSpPr>
          <p:cNvPr id="3" name="Content Placeholder 2"/>
          <p:cNvSpPr>
            <a:spLocks noGrp="1"/>
          </p:cNvSpPr>
          <p:nvPr>
            <p:ph idx="1"/>
          </p:nvPr>
        </p:nvSpPr>
        <p:spPr>
          <a:xfrm>
            <a:off x="913795" y="1732449"/>
            <a:ext cx="10353762" cy="4744551"/>
          </a:xfrm>
        </p:spPr>
        <p:txBody>
          <a:bodyPr>
            <a:normAutofit lnSpcReduction="10000"/>
          </a:bodyPr>
          <a:lstStyle/>
          <a:p>
            <a:r>
              <a:rPr lang="en-US" dirty="0"/>
              <a:t>Grandson of Empress Wu, orchestrated a coup against Empress Wei,</a:t>
            </a:r>
          </a:p>
          <a:p>
            <a:r>
              <a:rPr lang="en-US" dirty="0"/>
              <a:t> </a:t>
            </a:r>
            <a:r>
              <a:rPr lang="en-US" b="1" dirty="0"/>
              <a:t>Activist Emperor</a:t>
            </a:r>
            <a:endParaRPr lang="en-US" dirty="0"/>
          </a:p>
          <a:p>
            <a:pPr lvl="1"/>
            <a:r>
              <a:rPr lang="en-US" dirty="0"/>
              <a:t>Curbed power of monasteries to reduce their influence.</a:t>
            </a:r>
          </a:p>
          <a:p>
            <a:pPr lvl="1"/>
            <a:r>
              <a:rPr lang="en-US" dirty="0"/>
              <a:t>Ordered a new census to support the equal-field system, aiming to stabilize the taxation base.</a:t>
            </a:r>
          </a:p>
          <a:p>
            <a:pPr lvl="1"/>
            <a:r>
              <a:rPr lang="en-US" dirty="0"/>
              <a:t>Strengthened Confucian administrative practices.</a:t>
            </a:r>
          </a:p>
          <a:p>
            <a:r>
              <a:rPr lang="en-US" b="1" dirty="0"/>
              <a:t>Patron of Arts</a:t>
            </a:r>
            <a:endParaRPr lang="en-US" dirty="0"/>
          </a:p>
          <a:p>
            <a:pPr lvl="1"/>
            <a:r>
              <a:rPr lang="en-US" dirty="0"/>
              <a:t>Promoted cultural flourishing, including the works of poets like Li Bai and Du Fu.</a:t>
            </a:r>
          </a:p>
          <a:p>
            <a:r>
              <a:rPr lang="en-US" b="1" dirty="0"/>
              <a:t>Interest in both Buddhism and Daoism</a:t>
            </a:r>
            <a:endParaRPr lang="en-US" dirty="0"/>
          </a:p>
          <a:p>
            <a:pPr lvl="1"/>
            <a:r>
              <a:rPr lang="en-US" dirty="0"/>
              <a:t>Supported Daoist practices in court while maintaining favorable policies towards Buddhism.</a:t>
            </a:r>
          </a:p>
          <a:p>
            <a:r>
              <a:rPr lang="en-US" b="1" dirty="0"/>
              <a:t>Spent more time with favorite concubine Yang </a:t>
            </a:r>
            <a:r>
              <a:rPr lang="en-US" b="1" dirty="0" err="1"/>
              <a:t>Guifei</a:t>
            </a:r>
            <a:endParaRPr lang="en-US" dirty="0"/>
          </a:p>
          <a:p>
            <a:pPr lvl="1"/>
            <a:r>
              <a:rPr lang="en-US" dirty="0"/>
              <a:t>An Lushan gained favor at court, partly due to his ties with Yang </a:t>
            </a:r>
            <a:r>
              <a:rPr lang="en-US" dirty="0" err="1"/>
              <a:t>Guifei</a:t>
            </a:r>
            <a:r>
              <a:rPr lang="en-US" dirty="0"/>
              <a:t>, which later influenced the outbreak of the An Lushan Rebellion.</a:t>
            </a:r>
          </a:p>
          <a:p>
            <a:endParaRPr lang="en-US" dirty="0"/>
          </a:p>
          <a:p>
            <a:endParaRPr lang="en-US" dirty="0"/>
          </a:p>
        </p:txBody>
      </p:sp>
    </p:spTree>
    <p:extLst>
      <p:ext uri="{BB962C8B-B14F-4D97-AF65-F5344CB8AC3E}">
        <p14:creationId xmlns:p14="http://schemas.microsoft.com/office/powerpoint/2010/main" val="309082035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EB20A-7876-4B96-A7D2-ABC0C176E6AA}"/>
              </a:ext>
            </a:extLst>
          </p:cNvPr>
          <p:cNvSpPr>
            <a:spLocks noGrp="1"/>
          </p:cNvSpPr>
          <p:nvPr>
            <p:ph type="title"/>
          </p:nvPr>
        </p:nvSpPr>
        <p:spPr/>
        <p:txBody>
          <a:bodyPr/>
          <a:lstStyle/>
          <a:p>
            <a:r>
              <a:rPr lang="en-US" dirty="0"/>
              <a:t>High Tang</a:t>
            </a:r>
          </a:p>
        </p:txBody>
      </p:sp>
      <p:sp>
        <p:nvSpPr>
          <p:cNvPr id="3" name="Content Placeholder 2">
            <a:extLst>
              <a:ext uri="{FF2B5EF4-FFF2-40B4-BE49-F238E27FC236}">
                <a16:creationId xmlns:a16="http://schemas.microsoft.com/office/drawing/2014/main" id="{A2F71CAB-52B1-4198-B633-E6C4B1F3EAF8}"/>
              </a:ext>
            </a:extLst>
          </p:cNvPr>
          <p:cNvSpPr>
            <a:spLocks noGrp="1"/>
          </p:cNvSpPr>
          <p:nvPr>
            <p:ph idx="1"/>
          </p:nvPr>
        </p:nvSpPr>
        <p:spPr>
          <a:xfrm>
            <a:off x="913795" y="1732449"/>
            <a:ext cx="10353762" cy="4820751"/>
          </a:xfrm>
        </p:spPr>
        <p:txBody>
          <a:bodyPr>
            <a:normAutofit fontScale="92500" lnSpcReduction="20000"/>
          </a:bodyPr>
          <a:lstStyle/>
          <a:p>
            <a:r>
              <a:rPr lang="en-US" dirty="0"/>
              <a:t>Reign of </a:t>
            </a:r>
            <a:r>
              <a:rPr lang="en-US" dirty="0" err="1"/>
              <a:t>Xuanzong</a:t>
            </a:r>
            <a:r>
              <a:rPr lang="en-US" dirty="0"/>
              <a:t> (r. 713-756) marks the high point of Tang Civilization, with the early years marked by prosperity and the later years by political instability.</a:t>
            </a:r>
          </a:p>
          <a:p>
            <a:r>
              <a:rPr lang="en-US" dirty="0"/>
              <a:t>Poetry and Painting Flourished</a:t>
            </a:r>
          </a:p>
          <a:p>
            <a:pPr lvl="1"/>
            <a:r>
              <a:rPr lang="en-US" dirty="0"/>
              <a:t>Horses as a popular theme in Tang art, symbolizing power and nobility.</a:t>
            </a:r>
          </a:p>
          <a:p>
            <a:pPr lvl="1"/>
            <a:r>
              <a:rPr lang="en-US" dirty="0"/>
              <a:t>Supported the expansion of the Imperial Music Academy, fostering a golden age of cultural development.</a:t>
            </a:r>
          </a:p>
          <a:p>
            <a:r>
              <a:rPr lang="en-US" dirty="0"/>
              <a:t>Political Achievements</a:t>
            </a:r>
          </a:p>
          <a:p>
            <a:pPr lvl="1"/>
            <a:r>
              <a:rPr lang="en-US" dirty="0"/>
              <a:t>Reformation of coinage to stabilize the economy.</a:t>
            </a:r>
          </a:p>
          <a:p>
            <a:pPr lvl="1"/>
            <a:r>
              <a:rPr lang="en-US" dirty="0"/>
              <a:t>Maintenance and extension of the Grand Canal for economic integration.</a:t>
            </a:r>
          </a:p>
          <a:p>
            <a:pPr lvl="1"/>
            <a:r>
              <a:rPr lang="en-US" dirty="0"/>
              <a:t>Improved land registration systems to support the equal-field system.</a:t>
            </a:r>
          </a:p>
          <a:p>
            <a:r>
              <a:rPr lang="en-US" dirty="0"/>
              <a:t>Power of Chief Ministers Increased</a:t>
            </a:r>
          </a:p>
          <a:p>
            <a:pPr lvl="1"/>
            <a:r>
              <a:rPr lang="en-US" dirty="0"/>
              <a:t>Emperor withdrew from daily governance in later years, focusing on personal interests.</a:t>
            </a:r>
          </a:p>
          <a:p>
            <a:pPr lvl="1"/>
            <a:r>
              <a:rPr lang="en-US" dirty="0"/>
              <a:t>Government administration was left to chief ministers, leading to a loss of central control.</a:t>
            </a:r>
          </a:p>
          <a:p>
            <a:pPr lvl="1"/>
            <a:r>
              <a:rPr lang="en-US" dirty="0"/>
              <a:t>Relationship with Yang </a:t>
            </a:r>
            <a:r>
              <a:rPr lang="en-US" dirty="0" err="1"/>
              <a:t>Guifei</a:t>
            </a:r>
            <a:r>
              <a:rPr lang="en-US" dirty="0"/>
              <a:t> allowed regional military figures like An Lushan to gain influence, setting the stage for rebellion.</a:t>
            </a:r>
          </a:p>
        </p:txBody>
      </p:sp>
    </p:spTree>
    <p:extLst>
      <p:ext uri="{BB962C8B-B14F-4D97-AF65-F5344CB8AC3E}">
        <p14:creationId xmlns:p14="http://schemas.microsoft.com/office/powerpoint/2010/main" val="237409343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1192A-97C9-47B4-9F6D-DCBA32F35216}"/>
              </a:ext>
            </a:extLst>
          </p:cNvPr>
          <p:cNvSpPr>
            <a:spLocks noGrp="1"/>
          </p:cNvSpPr>
          <p:nvPr>
            <p:ph type="title"/>
          </p:nvPr>
        </p:nvSpPr>
        <p:spPr/>
        <p:txBody>
          <a:bodyPr/>
          <a:lstStyle/>
          <a:p>
            <a:r>
              <a:rPr lang="en-US" dirty="0"/>
              <a:t>Tang Dynasty Painting</a:t>
            </a:r>
          </a:p>
        </p:txBody>
      </p:sp>
      <p:sp>
        <p:nvSpPr>
          <p:cNvPr id="3" name="Content Placeholder 2">
            <a:extLst>
              <a:ext uri="{FF2B5EF4-FFF2-40B4-BE49-F238E27FC236}">
                <a16:creationId xmlns:a16="http://schemas.microsoft.com/office/drawing/2014/main" id="{2D28F555-0984-49AE-B515-2B92C82E6232}"/>
              </a:ext>
            </a:extLst>
          </p:cNvPr>
          <p:cNvSpPr>
            <a:spLocks noGrp="1"/>
          </p:cNvSpPr>
          <p:nvPr>
            <p:ph idx="1"/>
          </p:nvPr>
        </p:nvSpPr>
        <p:spPr>
          <a:xfrm>
            <a:off x="913795" y="1732449"/>
            <a:ext cx="10353762" cy="4744551"/>
          </a:xfrm>
        </p:spPr>
        <p:txBody>
          <a:bodyPr>
            <a:normAutofit/>
          </a:bodyPr>
          <a:lstStyle/>
          <a:p>
            <a:r>
              <a:rPr lang="en-US" dirty="0"/>
              <a:t>Figure Painting Comes into Full Power</a:t>
            </a:r>
          </a:p>
          <a:p>
            <a:pPr lvl="1"/>
            <a:r>
              <a:rPr lang="en-US" dirty="0"/>
              <a:t>Focused on Emperors, ascetics, and court beauty, capturing their spirit and character.</a:t>
            </a:r>
          </a:p>
          <a:p>
            <a:pPr lvl="1"/>
            <a:r>
              <a:rPr lang="en-US" dirty="0"/>
              <a:t>Horses symbolized power and played a central role in Tang artistic themes.</a:t>
            </a:r>
          </a:p>
          <a:p>
            <a:r>
              <a:rPr lang="en-US" dirty="0"/>
              <a:t>Yan </a:t>
            </a:r>
            <a:r>
              <a:rPr lang="en-US" dirty="0" err="1"/>
              <a:t>Liben</a:t>
            </a:r>
            <a:r>
              <a:rPr lang="en-US" dirty="0"/>
              <a:t>, most celebrated artist during the reign of </a:t>
            </a:r>
            <a:r>
              <a:rPr lang="en-US" dirty="0" err="1"/>
              <a:t>Taizong</a:t>
            </a:r>
            <a:r>
              <a:rPr lang="en-US" dirty="0"/>
              <a:t> and </a:t>
            </a:r>
            <a:r>
              <a:rPr lang="en-US" dirty="0" err="1"/>
              <a:t>Gaozong</a:t>
            </a:r>
            <a:endParaRPr lang="en-US" dirty="0"/>
          </a:p>
          <a:p>
            <a:pPr lvl="1"/>
            <a:r>
              <a:rPr lang="en-US" dirty="0"/>
              <a:t>Known for portraits of emperors and historical figures, including his famous work, "The Thirteen Emperors.</a:t>
            </a:r>
          </a:p>
          <a:p>
            <a:pPr lvl="1"/>
            <a:r>
              <a:rPr lang="en-US" dirty="0"/>
              <a:t>His style influenced the tradition of portrait painting in China, emphasizing formality and authority.</a:t>
            </a:r>
          </a:p>
          <a:p>
            <a:r>
              <a:rPr lang="en-US" dirty="0"/>
              <a:t>Han Gan</a:t>
            </a:r>
          </a:p>
          <a:p>
            <a:pPr lvl="1"/>
            <a:r>
              <a:rPr lang="en-US" dirty="0"/>
              <a:t>Specialized in painting horses, capturing their strength and vitality.</a:t>
            </a:r>
          </a:p>
          <a:p>
            <a:pPr lvl="1"/>
            <a:r>
              <a:rPr lang="en-US" dirty="0"/>
              <a:t>Famous for works like "Night-Shining White," showcasing his mastery of horse anatomy and spirit.</a:t>
            </a:r>
          </a:p>
        </p:txBody>
      </p:sp>
    </p:spTree>
    <p:extLst>
      <p:ext uri="{BB962C8B-B14F-4D97-AF65-F5344CB8AC3E}">
        <p14:creationId xmlns:p14="http://schemas.microsoft.com/office/powerpoint/2010/main" val="1155594956"/>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C9A4-0040-4E5F-8F01-972EC0DEA49E}"/>
              </a:ext>
            </a:extLst>
          </p:cNvPr>
          <p:cNvSpPr>
            <a:spLocks noGrp="1"/>
          </p:cNvSpPr>
          <p:nvPr>
            <p:ph type="title"/>
          </p:nvPr>
        </p:nvSpPr>
        <p:spPr/>
        <p:txBody>
          <a:bodyPr/>
          <a:lstStyle/>
          <a:p>
            <a:r>
              <a:rPr lang="en-US" dirty="0"/>
              <a:t>Tang Dynasty Poetry</a:t>
            </a:r>
          </a:p>
        </p:txBody>
      </p:sp>
      <p:sp>
        <p:nvSpPr>
          <p:cNvPr id="3" name="Content Placeholder 2">
            <a:extLst>
              <a:ext uri="{FF2B5EF4-FFF2-40B4-BE49-F238E27FC236}">
                <a16:creationId xmlns:a16="http://schemas.microsoft.com/office/drawing/2014/main" id="{B560332D-EDD5-4F2D-8A5B-FCB337709075}"/>
              </a:ext>
            </a:extLst>
          </p:cNvPr>
          <p:cNvSpPr>
            <a:spLocks noGrp="1"/>
          </p:cNvSpPr>
          <p:nvPr>
            <p:ph idx="1"/>
          </p:nvPr>
        </p:nvSpPr>
        <p:spPr/>
        <p:txBody>
          <a:bodyPr>
            <a:normAutofit fontScale="85000" lnSpcReduction="10000"/>
          </a:bodyPr>
          <a:lstStyle/>
          <a:p>
            <a:r>
              <a:rPr lang="en-US" dirty="0"/>
              <a:t>Golden Age of Chinese Poetry (618–907 CE)</a:t>
            </a:r>
          </a:p>
          <a:p>
            <a:pPr lvl="1"/>
            <a:r>
              <a:rPr lang="en-US" dirty="0"/>
              <a:t>Tang Dynasty regarded as the pinnacle of classical Chinese poetry.</a:t>
            </a:r>
          </a:p>
          <a:p>
            <a:pPr lvl="1"/>
            <a:r>
              <a:rPr lang="en-US" dirty="0"/>
              <a:t>Over 50,000 poems composed by more than 2,000 poets.</a:t>
            </a:r>
          </a:p>
          <a:p>
            <a:r>
              <a:rPr lang="en-US" dirty="0"/>
              <a:t>Key Themes and Styles</a:t>
            </a:r>
          </a:p>
          <a:p>
            <a:pPr lvl="1"/>
            <a:r>
              <a:rPr lang="en-US" dirty="0"/>
              <a:t>Nature and Landscape: Reflections on the beauty and power of nature.</a:t>
            </a:r>
          </a:p>
          <a:p>
            <a:pPr lvl="1"/>
            <a:r>
              <a:rPr lang="en-US" dirty="0"/>
              <a:t>Reflections on Society: Poems about social life, political events, and the complexities of human emotions.</a:t>
            </a:r>
          </a:p>
          <a:p>
            <a:pPr lvl="1"/>
            <a:r>
              <a:rPr lang="en-US" dirty="0"/>
              <a:t>Personal Reflection and Nostalgia: Exploration of feelings like longing, exile, and the fleeting nature of life.</a:t>
            </a:r>
          </a:p>
          <a:p>
            <a:r>
              <a:rPr lang="en-US" dirty="0"/>
              <a:t>Famous Poets</a:t>
            </a:r>
          </a:p>
          <a:p>
            <a:pPr lvl="1"/>
            <a:r>
              <a:rPr lang="en-US" dirty="0"/>
              <a:t>Li Bai (</a:t>
            </a:r>
            <a:r>
              <a:rPr lang="ja-JP" altLang="en-US" dirty="0"/>
              <a:t>李白</a:t>
            </a:r>
            <a:r>
              <a:rPr lang="en-US" altLang="ja-JP" dirty="0"/>
              <a:t>): </a:t>
            </a:r>
            <a:r>
              <a:rPr lang="en-US" dirty="0"/>
              <a:t>Known for his romantic and free-spirited style, capturing the grandeur of nature.</a:t>
            </a:r>
          </a:p>
          <a:p>
            <a:pPr lvl="1"/>
            <a:r>
              <a:rPr lang="en-US" dirty="0"/>
              <a:t>Du Fu (</a:t>
            </a:r>
            <a:r>
              <a:rPr lang="ja-JP" altLang="en-US" dirty="0"/>
              <a:t>杜甫</a:t>
            </a:r>
            <a:r>
              <a:rPr lang="en-US" altLang="ja-JP" dirty="0"/>
              <a:t>): </a:t>
            </a:r>
            <a:r>
              <a:rPr lang="en-US" dirty="0"/>
              <a:t>Renowned for his realistic and somber portrayals of society and human suffering.</a:t>
            </a:r>
          </a:p>
          <a:p>
            <a:pPr lvl="1"/>
            <a:r>
              <a:rPr lang="en-US" dirty="0"/>
              <a:t>Wang Wei (</a:t>
            </a:r>
            <a:r>
              <a:rPr lang="ja-JP" altLang="en-US" dirty="0"/>
              <a:t>王維</a:t>
            </a:r>
            <a:r>
              <a:rPr lang="en-US" altLang="ja-JP" dirty="0"/>
              <a:t>): </a:t>
            </a:r>
            <a:r>
              <a:rPr lang="en-US" dirty="0"/>
              <a:t>Celebrated for his meditative landscape poetry and blend of Buddhist philosophy.</a:t>
            </a:r>
          </a:p>
        </p:txBody>
      </p:sp>
    </p:spTree>
    <p:extLst>
      <p:ext uri="{BB962C8B-B14F-4D97-AF65-F5344CB8AC3E}">
        <p14:creationId xmlns:p14="http://schemas.microsoft.com/office/powerpoint/2010/main" val="76197302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Rebellion of An </a:t>
            </a:r>
            <a:r>
              <a:rPr lang="en-US" dirty="0" err="1"/>
              <a:t>Lushan</a:t>
            </a:r>
            <a:br>
              <a:rPr lang="en-US" dirty="0"/>
            </a:br>
            <a:r>
              <a:rPr lang="en-US" dirty="0"/>
              <a:t>and its Aftermath</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11089671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Economic Challenges Leading to the Rebellion</a:t>
            </a:r>
          </a:p>
        </p:txBody>
      </p:sp>
      <p:sp>
        <p:nvSpPr>
          <p:cNvPr id="3" name="Content Placeholder 2"/>
          <p:cNvSpPr>
            <a:spLocks noGrp="1"/>
          </p:cNvSpPr>
          <p:nvPr>
            <p:ph idx="1"/>
          </p:nvPr>
        </p:nvSpPr>
        <p:spPr>
          <a:xfrm>
            <a:off x="913795" y="1732449"/>
            <a:ext cx="10353762" cy="4515951"/>
          </a:xfrm>
        </p:spPr>
        <p:txBody>
          <a:bodyPr>
            <a:normAutofit/>
          </a:bodyPr>
          <a:lstStyle/>
          <a:p>
            <a:r>
              <a:rPr sz="3200" dirty="0"/>
              <a:t>Population Growth and its impact on the Equal-field System</a:t>
            </a:r>
          </a:p>
          <a:p>
            <a:pPr lvl="1"/>
            <a:r>
              <a:rPr sz="2800" dirty="0"/>
              <a:t>Difficulties in redistributing land to peasant families</a:t>
            </a:r>
          </a:p>
          <a:p>
            <a:pPr lvl="1"/>
            <a:r>
              <a:rPr sz="2800" dirty="0"/>
              <a:t>Rising tax burden on peasants, leading to economic hardship</a:t>
            </a:r>
          </a:p>
          <a:p>
            <a:r>
              <a:rPr sz="3200" dirty="0"/>
              <a:t>Shift from </a:t>
            </a:r>
            <a:r>
              <a:rPr sz="3200" dirty="0" err="1"/>
              <a:t>corvée</a:t>
            </a:r>
            <a:r>
              <a:rPr sz="3200" dirty="0"/>
              <a:t> labor to paid professionals</a:t>
            </a:r>
          </a:p>
          <a:p>
            <a:pPr lvl="1"/>
            <a:r>
              <a:rPr sz="2800" dirty="0"/>
              <a:t>Increased government expenses and use of mercenaries</a:t>
            </a:r>
          </a:p>
          <a:p>
            <a:pPr lvl="1"/>
            <a:r>
              <a:rPr sz="2800" dirty="0"/>
              <a:t>Concerns about the loyalty of mercenaries to the Tang Dynasty</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Devolution of Power: Rise of the Jiedushi</a:t>
            </a:r>
          </a:p>
        </p:txBody>
      </p:sp>
      <p:sp>
        <p:nvSpPr>
          <p:cNvPr id="3" name="Content Placeholder 2"/>
          <p:cNvSpPr>
            <a:spLocks noGrp="1"/>
          </p:cNvSpPr>
          <p:nvPr>
            <p:ph idx="1"/>
          </p:nvPr>
        </p:nvSpPr>
        <p:spPr/>
        <p:txBody>
          <a:bodyPr/>
          <a:lstStyle/>
          <a:p>
            <a:r>
              <a:rPr sz="3200" dirty="0"/>
              <a:t>Rise of regional military governors (</a:t>
            </a:r>
            <a:r>
              <a:rPr sz="3200" dirty="0" err="1"/>
              <a:t>jiedushi</a:t>
            </a:r>
            <a:r>
              <a:rPr sz="3200" dirty="0"/>
              <a:t>)</a:t>
            </a:r>
          </a:p>
          <a:p>
            <a:pPr lvl="1"/>
            <a:r>
              <a:rPr sz="2800" dirty="0"/>
              <a:t>Gained autonomy over civil and military affairs</a:t>
            </a:r>
          </a:p>
          <a:p>
            <a:pPr lvl="1"/>
            <a:r>
              <a:rPr sz="2800" dirty="0"/>
              <a:t>Becoming nearly permanent officials in their territories</a:t>
            </a:r>
          </a:p>
          <a:p>
            <a:r>
              <a:rPr sz="3200" dirty="0"/>
              <a:t>Loss of control by the Tang court over regional powers</a:t>
            </a:r>
            <a:endParaRPr dirty="0"/>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 Lushan’s Rise and the Role of Yang Guifei</a:t>
            </a:r>
          </a:p>
        </p:txBody>
      </p:sp>
      <p:sp>
        <p:nvSpPr>
          <p:cNvPr id="3" name="Content Placeholder 2"/>
          <p:cNvSpPr>
            <a:spLocks noGrp="1"/>
          </p:cNvSpPr>
          <p:nvPr>
            <p:ph idx="1"/>
          </p:nvPr>
        </p:nvSpPr>
        <p:spPr/>
        <p:txBody>
          <a:bodyPr>
            <a:normAutofit lnSpcReduction="10000"/>
          </a:bodyPr>
          <a:lstStyle/>
          <a:p>
            <a:r>
              <a:rPr sz="3200" dirty="0"/>
              <a:t>An Lushan’s Background: Half-Central Asian, half-Turkic soldier</a:t>
            </a:r>
          </a:p>
          <a:p>
            <a:r>
              <a:rPr sz="3200" dirty="0"/>
              <a:t>An Lushan’s military control of three </a:t>
            </a:r>
            <a:r>
              <a:rPr lang="en-US" sz="3200" dirty="0"/>
              <a:t>strategic</a:t>
            </a:r>
            <a:r>
              <a:rPr sz="3200" dirty="0"/>
              <a:t> regions</a:t>
            </a:r>
          </a:p>
          <a:p>
            <a:r>
              <a:rPr sz="3200" dirty="0"/>
              <a:t>Influence of Yang </a:t>
            </a:r>
            <a:r>
              <a:rPr sz="3200" dirty="0" err="1"/>
              <a:t>Guifei</a:t>
            </a:r>
            <a:r>
              <a:rPr sz="3200" dirty="0"/>
              <a:t> (Emperor </a:t>
            </a:r>
            <a:r>
              <a:rPr sz="3200" dirty="0" err="1"/>
              <a:t>Xuanzong’s</a:t>
            </a:r>
            <a:r>
              <a:rPr sz="3200" dirty="0"/>
              <a:t> concubine)</a:t>
            </a:r>
          </a:p>
          <a:p>
            <a:pPr lvl="1"/>
            <a:r>
              <a:rPr sz="2800" dirty="0"/>
              <a:t>Adopted as her legal son, increasing his influence at court</a:t>
            </a:r>
          </a:p>
          <a:p>
            <a:r>
              <a:rPr sz="3200" dirty="0"/>
              <a:t>Tensions with Yang </a:t>
            </a:r>
            <a:r>
              <a:rPr sz="3200" dirty="0" err="1"/>
              <a:t>Guozhong</a:t>
            </a:r>
            <a:r>
              <a:rPr sz="3200" dirty="0"/>
              <a:t>, leading to conflict</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Outbreak of the Rebellion (755 CE)</a:t>
            </a:r>
          </a:p>
        </p:txBody>
      </p:sp>
      <p:sp>
        <p:nvSpPr>
          <p:cNvPr id="3" name="Content Placeholder 2"/>
          <p:cNvSpPr>
            <a:spLocks noGrp="1"/>
          </p:cNvSpPr>
          <p:nvPr>
            <p:ph idx="1"/>
          </p:nvPr>
        </p:nvSpPr>
        <p:spPr/>
        <p:txBody>
          <a:bodyPr>
            <a:normAutofit/>
          </a:bodyPr>
          <a:lstStyle/>
          <a:p>
            <a:r>
              <a:rPr sz="3200" dirty="0"/>
              <a:t>An Lushan’s rebellion against the Tang Dynasty</a:t>
            </a:r>
          </a:p>
          <a:p>
            <a:pPr lvl="1"/>
            <a:r>
              <a:rPr sz="2800" dirty="0"/>
              <a:t>Commanded 100,000 troops, captured Luoyang</a:t>
            </a:r>
          </a:p>
          <a:p>
            <a:pPr lvl="1"/>
            <a:r>
              <a:rPr sz="2800" dirty="0"/>
              <a:t>Advanced to </a:t>
            </a:r>
            <a:r>
              <a:rPr sz="2800" dirty="0" err="1"/>
              <a:t>Chang’an</a:t>
            </a:r>
            <a:r>
              <a:rPr sz="2800" dirty="0"/>
              <a:t>, forcing Emperor </a:t>
            </a:r>
            <a:r>
              <a:rPr sz="2800" dirty="0" err="1"/>
              <a:t>Xuanzong</a:t>
            </a:r>
            <a:r>
              <a:rPr sz="2800" dirty="0"/>
              <a:t> to flee</a:t>
            </a:r>
          </a:p>
          <a:p>
            <a:r>
              <a:rPr sz="3200" dirty="0"/>
              <a:t>Execution of Yang </a:t>
            </a:r>
            <a:r>
              <a:rPr sz="3200" dirty="0" err="1"/>
              <a:t>Guifei</a:t>
            </a:r>
            <a:r>
              <a:rPr sz="3200" dirty="0"/>
              <a:t> by </a:t>
            </a:r>
            <a:r>
              <a:rPr sz="3200" dirty="0" err="1"/>
              <a:t>Xuanzong’s</a:t>
            </a:r>
            <a:r>
              <a:rPr sz="3200" dirty="0"/>
              <a:t> troops to placate discontent</a:t>
            </a:r>
          </a:p>
          <a:p>
            <a:r>
              <a:rPr sz="3200" dirty="0"/>
              <a:t>Installation of </a:t>
            </a:r>
            <a:r>
              <a:rPr sz="3200" dirty="0" err="1"/>
              <a:t>Xuanzong’s</a:t>
            </a:r>
            <a:r>
              <a:rPr sz="3200" dirty="0"/>
              <a:t> son as the new emperor</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End of the Rebellion and Tang’s Victory</a:t>
            </a:r>
          </a:p>
        </p:txBody>
      </p:sp>
      <p:sp>
        <p:nvSpPr>
          <p:cNvPr id="3" name="Content Placeholder 2"/>
          <p:cNvSpPr>
            <a:spLocks noGrp="1"/>
          </p:cNvSpPr>
          <p:nvPr>
            <p:ph idx="1"/>
          </p:nvPr>
        </p:nvSpPr>
        <p:spPr/>
        <p:txBody>
          <a:bodyPr>
            <a:normAutofit/>
          </a:bodyPr>
          <a:lstStyle/>
          <a:p>
            <a:r>
              <a:rPr sz="3200" dirty="0"/>
              <a:t>Death of An Lushan (757 CE) by assassination by his son</a:t>
            </a:r>
          </a:p>
          <a:p>
            <a:pPr lvl="1"/>
            <a:r>
              <a:rPr lang="en-US" sz="3000" dirty="0"/>
              <a:t>Triggered i</a:t>
            </a:r>
            <a:r>
              <a:rPr sz="3000" dirty="0"/>
              <a:t>nternal struggles among rebel leaders</a:t>
            </a:r>
          </a:p>
          <a:p>
            <a:r>
              <a:rPr sz="3200" dirty="0"/>
              <a:t>Loyal Tang forces and Uyghur troops help restore Tang control</a:t>
            </a:r>
          </a:p>
          <a:p>
            <a:r>
              <a:rPr sz="3200" dirty="0"/>
              <a:t>Restoration of Tang rule, but at a great cost</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Consequences of the An Lushan Rebellion</a:t>
            </a:r>
          </a:p>
        </p:txBody>
      </p:sp>
      <p:sp>
        <p:nvSpPr>
          <p:cNvPr id="3" name="Content Placeholder 2"/>
          <p:cNvSpPr>
            <a:spLocks noGrp="1"/>
          </p:cNvSpPr>
          <p:nvPr>
            <p:ph idx="1"/>
          </p:nvPr>
        </p:nvSpPr>
        <p:spPr/>
        <p:txBody>
          <a:bodyPr/>
          <a:lstStyle/>
          <a:p>
            <a:r>
              <a:rPr sz="3200" dirty="0"/>
              <a:t>Massive loss of life and economic devastation</a:t>
            </a:r>
          </a:p>
          <a:p>
            <a:pPr lvl="1"/>
            <a:r>
              <a:rPr sz="2800" dirty="0"/>
              <a:t>Depopulation and decline in agricultural productivity</a:t>
            </a:r>
          </a:p>
          <a:p>
            <a:r>
              <a:rPr sz="3200" dirty="0"/>
              <a:t>Exposure of fragility in Tang’s political and military structures</a:t>
            </a:r>
          </a:p>
          <a:p>
            <a:r>
              <a:rPr sz="3200" dirty="0"/>
              <a:t>Rise of regional warlords, challenging Tang authority</a:t>
            </a:r>
          </a:p>
          <a:p>
            <a:r>
              <a:rPr sz="3200" dirty="0"/>
              <a:t>Beginning of the Tang Dynasty’s long decline</a:t>
            </a:r>
            <a:endParaRPr dirty="0"/>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Aftermath: Dependence on Foreign Troops</a:t>
            </a:r>
          </a:p>
        </p:txBody>
      </p:sp>
      <p:sp>
        <p:nvSpPr>
          <p:cNvPr id="3" name="Content Placeholder 2"/>
          <p:cNvSpPr>
            <a:spLocks noGrp="1"/>
          </p:cNvSpPr>
          <p:nvPr>
            <p:ph idx="1"/>
          </p:nvPr>
        </p:nvSpPr>
        <p:spPr/>
        <p:txBody>
          <a:bodyPr>
            <a:normAutofit/>
          </a:bodyPr>
          <a:lstStyle/>
          <a:p>
            <a:r>
              <a:rPr sz="3600" dirty="0"/>
              <a:t>Reliance on Uyghurs for military support</a:t>
            </a:r>
          </a:p>
          <a:p>
            <a:pPr lvl="1"/>
            <a:r>
              <a:rPr sz="3200" dirty="0"/>
              <a:t>Uyghurs’ role in reconquering </a:t>
            </a:r>
            <a:r>
              <a:rPr sz="3200" dirty="0" err="1"/>
              <a:t>Chang’an</a:t>
            </a:r>
            <a:r>
              <a:rPr sz="3200" dirty="0"/>
              <a:t> and Luoyang</a:t>
            </a:r>
          </a:p>
          <a:p>
            <a:pPr lvl="1"/>
            <a:r>
              <a:rPr sz="3200" dirty="0"/>
              <a:t>Tang concessions to Uyghurs, leading to influence over the court</a:t>
            </a:r>
          </a:p>
          <a:p>
            <a:r>
              <a:rPr sz="3600" dirty="0"/>
              <a:t>Loss of military autonomy and reduced influence beyond China proper</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Economic Reforms and the Double Tax System</a:t>
            </a:r>
          </a:p>
        </p:txBody>
      </p:sp>
      <p:sp>
        <p:nvSpPr>
          <p:cNvPr id="3" name="Content Placeholder 2"/>
          <p:cNvSpPr>
            <a:spLocks noGrp="1"/>
          </p:cNvSpPr>
          <p:nvPr>
            <p:ph idx="1"/>
          </p:nvPr>
        </p:nvSpPr>
        <p:spPr/>
        <p:txBody>
          <a:bodyPr>
            <a:normAutofit/>
          </a:bodyPr>
          <a:lstStyle/>
          <a:p>
            <a:r>
              <a:rPr sz="3200" dirty="0"/>
              <a:t>Revival of monopolies in salt, tea, and liquor to stabilize revenue</a:t>
            </a:r>
          </a:p>
          <a:p>
            <a:r>
              <a:rPr sz="3200" dirty="0"/>
              <a:t>Introduction of the Double Tax System (780 CE)</a:t>
            </a:r>
          </a:p>
          <a:p>
            <a:pPr lvl="1"/>
            <a:r>
              <a:rPr sz="2800" dirty="0"/>
              <a:t>Taxes based on land area rather than individuals</a:t>
            </a:r>
          </a:p>
          <a:p>
            <a:pPr lvl="1"/>
            <a:r>
              <a:rPr sz="2800" dirty="0"/>
              <a:t>Shifted burden to landowners, affecting state-local elite relations</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Rise of Eunuch Power in the Inner Court</a:t>
            </a:r>
          </a:p>
        </p:txBody>
      </p:sp>
      <p:sp>
        <p:nvSpPr>
          <p:cNvPr id="3" name="Content Placeholder 2"/>
          <p:cNvSpPr>
            <a:spLocks noGrp="1"/>
          </p:cNvSpPr>
          <p:nvPr>
            <p:ph idx="1"/>
          </p:nvPr>
        </p:nvSpPr>
        <p:spPr>
          <a:xfrm>
            <a:off x="913795" y="1732449"/>
            <a:ext cx="10353762" cy="4515951"/>
          </a:xfrm>
        </p:spPr>
        <p:txBody>
          <a:bodyPr>
            <a:normAutofit lnSpcReduction="10000"/>
          </a:bodyPr>
          <a:lstStyle/>
          <a:p>
            <a:r>
              <a:rPr sz="3200" dirty="0"/>
              <a:t>Eunuchs’ control of the palace armies and imperial influence</a:t>
            </a:r>
          </a:p>
          <a:p>
            <a:r>
              <a:rPr sz="3200" dirty="0"/>
              <a:t>Formation of self-perpetuating families through adoption</a:t>
            </a:r>
          </a:p>
          <a:p>
            <a:r>
              <a:rPr sz="3200" dirty="0"/>
              <a:t>Example: Emperor </a:t>
            </a:r>
            <a:r>
              <a:rPr sz="3200" dirty="0" err="1"/>
              <a:t>Xianzong’s</a:t>
            </a:r>
            <a:r>
              <a:rPr sz="3200" dirty="0"/>
              <a:t> assassination by eunuchs</a:t>
            </a:r>
          </a:p>
          <a:p>
            <a:r>
              <a:rPr sz="3200" dirty="0"/>
              <a:t>Sweet Dew Incident (835 CE): Failed plot to purge eunuchs</a:t>
            </a:r>
          </a:p>
          <a:p>
            <a:pPr lvl="1"/>
            <a:r>
              <a:rPr sz="2800" dirty="0"/>
              <a:t>Resulted in the execution of over 1,000 officials by eunuchs</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Religious Changes: Taoism and Buddhist Persecution</a:t>
            </a:r>
          </a:p>
        </p:txBody>
      </p:sp>
      <p:sp>
        <p:nvSpPr>
          <p:cNvPr id="3" name="Content Placeholder 2"/>
          <p:cNvSpPr>
            <a:spLocks noGrp="1"/>
          </p:cNvSpPr>
          <p:nvPr>
            <p:ph idx="1"/>
          </p:nvPr>
        </p:nvSpPr>
        <p:spPr/>
        <p:txBody>
          <a:bodyPr>
            <a:normAutofit/>
          </a:bodyPr>
          <a:lstStyle/>
          <a:p>
            <a:r>
              <a:rPr sz="3200" dirty="0"/>
              <a:t>Shift in favor of Taoism over Buddhism after the rebellion</a:t>
            </a:r>
          </a:p>
          <a:p>
            <a:r>
              <a:rPr sz="3200" dirty="0"/>
              <a:t>Confiscation of Buddhist lands, defrocking monks, and release of slaves</a:t>
            </a:r>
          </a:p>
          <a:p>
            <a:r>
              <a:rPr sz="3200" dirty="0"/>
              <a:t>Efforts to regulate the number of monks and monasteries</a:t>
            </a:r>
          </a:p>
          <a:p>
            <a:r>
              <a:rPr sz="3200" dirty="0"/>
              <a:t>Broader effort to restore traditional values and reassert imperial control</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Political Fragmentation and Factionalism</a:t>
            </a:r>
          </a:p>
        </p:txBody>
      </p:sp>
      <p:sp>
        <p:nvSpPr>
          <p:cNvPr id="3" name="Content Placeholder 2"/>
          <p:cNvSpPr>
            <a:spLocks noGrp="1"/>
          </p:cNvSpPr>
          <p:nvPr>
            <p:ph idx="1"/>
          </p:nvPr>
        </p:nvSpPr>
        <p:spPr/>
        <p:txBody>
          <a:bodyPr>
            <a:normAutofit/>
          </a:bodyPr>
          <a:lstStyle/>
          <a:p>
            <a:r>
              <a:rPr sz="3200" dirty="0"/>
              <a:t>Rise of eunuchs led to factionalism among officials</a:t>
            </a:r>
          </a:p>
          <a:p>
            <a:r>
              <a:rPr sz="3200" dirty="0"/>
              <a:t>Officials aligning with different factions for influence</a:t>
            </a:r>
          </a:p>
          <a:p>
            <a:r>
              <a:rPr sz="3200" dirty="0"/>
              <a:t>Weakening of central authority and loss of political cohesion</a:t>
            </a:r>
          </a:p>
          <a:p>
            <a:r>
              <a:rPr sz="3200" dirty="0"/>
              <a:t>Struggles between eunuchs, regional warlords, and scholar-officials</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Tang Dynasty’s Final Decades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277616053"/>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Decline of Central Authority</a:t>
            </a:r>
          </a:p>
        </p:txBody>
      </p:sp>
      <p:sp>
        <p:nvSpPr>
          <p:cNvPr id="3" name="Content Placeholder 2"/>
          <p:cNvSpPr>
            <a:spLocks noGrp="1"/>
          </p:cNvSpPr>
          <p:nvPr>
            <p:ph idx="1"/>
          </p:nvPr>
        </p:nvSpPr>
        <p:spPr/>
        <p:txBody>
          <a:bodyPr>
            <a:normAutofit/>
          </a:bodyPr>
          <a:lstStyle/>
          <a:p>
            <a:r>
              <a:rPr sz="3200" dirty="0"/>
              <a:t>The An Lushan Rebellion (755–763 CE) weakened the Tang Dynasty</a:t>
            </a:r>
          </a:p>
          <a:p>
            <a:r>
              <a:rPr sz="3200" dirty="0"/>
              <a:t>Exposed vulnerabilities in political and military structures</a:t>
            </a:r>
          </a:p>
          <a:p>
            <a:r>
              <a:rPr sz="3200" dirty="0"/>
              <a:t>Rise of regional military governors (</a:t>
            </a:r>
            <a:r>
              <a:rPr sz="3200" dirty="0" err="1"/>
              <a:t>jiedushi</a:t>
            </a:r>
            <a:r>
              <a:rPr sz="3200" dirty="0"/>
              <a:t>) with greater autonomy</a:t>
            </a:r>
          </a:p>
          <a:p>
            <a:r>
              <a:rPr sz="3200" dirty="0"/>
              <a:t>Decentralization led to loss of control over territories</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Rise of Eunuch Power and Court Factionalism</a:t>
            </a:r>
          </a:p>
        </p:txBody>
      </p:sp>
      <p:sp>
        <p:nvSpPr>
          <p:cNvPr id="3" name="Content Placeholder 2"/>
          <p:cNvSpPr>
            <a:spLocks noGrp="1"/>
          </p:cNvSpPr>
          <p:nvPr>
            <p:ph idx="1"/>
          </p:nvPr>
        </p:nvSpPr>
        <p:spPr/>
        <p:txBody>
          <a:bodyPr>
            <a:normAutofit/>
          </a:bodyPr>
          <a:lstStyle/>
          <a:p>
            <a:r>
              <a:rPr sz="3200" dirty="0"/>
              <a:t>Eunuchs gained influence over the emperor and court politics</a:t>
            </a:r>
          </a:p>
          <a:p>
            <a:r>
              <a:rPr sz="3200" dirty="0"/>
              <a:t>Manipulated appointments and policy decisions</a:t>
            </a:r>
          </a:p>
          <a:p>
            <a:r>
              <a:rPr sz="3200" dirty="0"/>
              <a:t>Led to factionalism and weakened central governance</a:t>
            </a:r>
          </a:p>
          <a:p>
            <a:r>
              <a:rPr sz="3200" dirty="0"/>
              <a:t>Sweet Dew Incident (835 CE): failed attempt to curb eunuch power</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Economic Hardships and Fiscal Instability</a:t>
            </a:r>
          </a:p>
        </p:txBody>
      </p:sp>
      <p:sp>
        <p:nvSpPr>
          <p:cNvPr id="3" name="Content Placeholder 2"/>
          <p:cNvSpPr>
            <a:spLocks noGrp="1"/>
          </p:cNvSpPr>
          <p:nvPr>
            <p:ph idx="1"/>
          </p:nvPr>
        </p:nvSpPr>
        <p:spPr/>
        <p:txBody>
          <a:bodyPr>
            <a:normAutofit/>
          </a:bodyPr>
          <a:lstStyle/>
          <a:p>
            <a:r>
              <a:rPr sz="3200" dirty="0"/>
              <a:t>Natural disasters, corruption, and mismanagement weakened the economy</a:t>
            </a:r>
          </a:p>
          <a:p>
            <a:r>
              <a:rPr sz="3200" dirty="0"/>
              <a:t>Frequent droughts and floods caused food shortages</a:t>
            </a:r>
          </a:p>
          <a:p>
            <a:r>
              <a:rPr sz="3200" dirty="0"/>
              <a:t>The Double Tax System (780 CE) introduced to stabilize revenue</a:t>
            </a:r>
          </a:p>
          <a:p>
            <a:r>
              <a:rPr sz="3200" dirty="0"/>
              <a:t>Shifted tax burden to landowners, deepening rural hardship</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Internal Rebellions and Social Unrest</a:t>
            </a:r>
          </a:p>
        </p:txBody>
      </p:sp>
      <p:sp>
        <p:nvSpPr>
          <p:cNvPr id="3" name="Content Placeholder 2"/>
          <p:cNvSpPr>
            <a:spLocks noGrp="1"/>
          </p:cNvSpPr>
          <p:nvPr>
            <p:ph idx="1"/>
          </p:nvPr>
        </p:nvSpPr>
        <p:spPr/>
        <p:txBody>
          <a:bodyPr>
            <a:normAutofit fontScale="92500" lnSpcReduction="10000"/>
          </a:bodyPr>
          <a:lstStyle/>
          <a:p>
            <a:r>
              <a:rPr sz="3200" dirty="0"/>
              <a:t>Widespread dissatisfaction with the Tang government's inability to provide</a:t>
            </a:r>
          </a:p>
          <a:p>
            <a:r>
              <a:rPr sz="3200" dirty="0"/>
              <a:t>Huang Chao Rebellion (874–884 CE) further weakened the Tang</a:t>
            </a:r>
          </a:p>
          <a:p>
            <a:r>
              <a:rPr sz="3200" dirty="0"/>
              <a:t>Rebellion devastated major cities like Guangzhou and </a:t>
            </a:r>
            <a:r>
              <a:rPr sz="3200" dirty="0" err="1"/>
              <a:t>Chang’an</a:t>
            </a:r>
            <a:endParaRPr sz="3200" dirty="0"/>
          </a:p>
          <a:p>
            <a:r>
              <a:rPr sz="3200" dirty="0"/>
              <a:t>Relied on regional warlords to suppress the revolt, increasing their power</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Fall of the Tang Dynasty and the Rise of Regional Powers</a:t>
            </a:r>
          </a:p>
        </p:txBody>
      </p:sp>
      <p:sp>
        <p:nvSpPr>
          <p:cNvPr id="3" name="Content Placeholder 2"/>
          <p:cNvSpPr>
            <a:spLocks noGrp="1"/>
          </p:cNvSpPr>
          <p:nvPr>
            <p:ph idx="1"/>
          </p:nvPr>
        </p:nvSpPr>
        <p:spPr/>
        <p:txBody>
          <a:bodyPr>
            <a:normAutofit fontScale="92500"/>
          </a:bodyPr>
          <a:lstStyle/>
          <a:p>
            <a:r>
              <a:rPr sz="3200" dirty="0"/>
              <a:t>Tang Dynasty reduced to a symbolic presence in </a:t>
            </a:r>
            <a:r>
              <a:rPr sz="3200" dirty="0" err="1"/>
              <a:t>Chang’an</a:t>
            </a:r>
            <a:endParaRPr sz="3200" dirty="0"/>
          </a:p>
          <a:p>
            <a:r>
              <a:rPr sz="3200" dirty="0"/>
              <a:t>Regional warlords dominated territories and fought for control</a:t>
            </a:r>
          </a:p>
          <a:p>
            <a:r>
              <a:rPr sz="3200" dirty="0"/>
              <a:t>In 907 CE, Zhu Wen deposed the last Tang emperor, Emperor Ai</a:t>
            </a:r>
          </a:p>
          <a:p>
            <a:r>
              <a:rPr sz="3200" dirty="0"/>
              <a:t>Marked the beginning of the Five Dynasties and Ten Kingdoms period</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Slate</Template>
  <TotalTime>3383</TotalTime>
  <Words>6668</Words>
  <Application>Microsoft Office PowerPoint</Application>
  <PresentationFormat>Widescreen</PresentationFormat>
  <Paragraphs>514</Paragraphs>
  <Slides>77</Slides>
  <Notes>33</Notes>
  <HiddenSlides>0</HiddenSlides>
  <MMClips>4</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5" baseType="lpstr">
      <vt:lpstr>ＭＳ Ｐゴシック</vt:lpstr>
      <vt:lpstr>Arial</vt:lpstr>
      <vt:lpstr>Calibri</vt:lpstr>
      <vt:lpstr>Calisto MT</vt:lpstr>
      <vt:lpstr>Trebuchet MS</vt:lpstr>
      <vt:lpstr>Wingdings 2</vt:lpstr>
      <vt:lpstr>Slate</vt:lpstr>
      <vt:lpstr>MS Org Chart</vt:lpstr>
      <vt:lpstr>Cosmopolitan Empires of Sui and Tang</vt:lpstr>
      <vt:lpstr>The Northwest Military Aristocracy and the Sui Unification of China</vt:lpstr>
      <vt:lpstr>The Sui (581-617)</vt:lpstr>
      <vt:lpstr>Sui Empire Building</vt:lpstr>
      <vt:lpstr>China’s Examination Hell</vt:lpstr>
      <vt:lpstr>Sui Empire Building</vt:lpstr>
      <vt:lpstr>Yangdi Emperor</vt:lpstr>
      <vt:lpstr>Construction</vt:lpstr>
      <vt:lpstr>Conquest</vt:lpstr>
      <vt:lpstr>PowerPoint Presentation</vt:lpstr>
      <vt:lpstr>Collapse of the Sui</vt:lpstr>
      <vt:lpstr>The Founding of the Tang Dynasty</vt:lpstr>
      <vt:lpstr>The Tang: Establishment and Consolidation</vt:lpstr>
      <vt:lpstr>Consolidation</vt:lpstr>
      <vt:lpstr>T’ang Structure of Government</vt:lpstr>
      <vt:lpstr>Tang Expansion (Pax Tang)</vt:lpstr>
      <vt:lpstr>The Tang at its Height</vt:lpstr>
      <vt:lpstr>Chang-An </vt:lpstr>
      <vt:lpstr>PowerPoint Presentation</vt:lpstr>
      <vt:lpstr>PowerPoint Presentation</vt:lpstr>
      <vt:lpstr>PowerPoint Presentation</vt:lpstr>
      <vt:lpstr>PowerPoint Presentation</vt:lpstr>
      <vt:lpstr>Da Qin Christian Pagoda</vt:lpstr>
      <vt:lpstr>Chinese Buddhism</vt:lpstr>
      <vt:lpstr>The Flourishing of Buddhism</vt:lpstr>
      <vt:lpstr>The Flourishing of Buddhism</vt:lpstr>
      <vt:lpstr>The Flourishing of Buddhism</vt:lpstr>
      <vt:lpstr>Opposition to Buddhism</vt:lpstr>
      <vt:lpstr>Tiantai</vt:lpstr>
      <vt:lpstr>Lotus Sutra</vt:lpstr>
      <vt:lpstr>Tiantai</vt:lpstr>
      <vt:lpstr>Zhen Yen (Esoteric Buddhism)</vt:lpstr>
      <vt:lpstr>Mantra Om Mani Padme Hum</vt:lpstr>
      <vt:lpstr>Mudra</vt:lpstr>
      <vt:lpstr>Tibetan Mandala</vt:lpstr>
      <vt:lpstr>Jingtu (Pure Land)</vt:lpstr>
      <vt:lpstr>Chan (Zen)</vt:lpstr>
      <vt:lpstr>Mindfulness</vt:lpstr>
      <vt:lpstr>The Tang Elite</vt:lpstr>
      <vt:lpstr>The Tang Elite</vt:lpstr>
      <vt:lpstr>The Tang Elite</vt:lpstr>
      <vt:lpstr>Empress Wu</vt:lpstr>
      <vt:lpstr>Wu Zhao - Rise to Power</vt:lpstr>
      <vt:lpstr>Succession Crisis</vt:lpstr>
      <vt:lpstr>Wu Zhao and Gaozong's Reign</vt:lpstr>
      <vt:lpstr>Empress Wu and the Zhou Dynasty</vt:lpstr>
      <vt:lpstr>China’s Only Woman Emperor</vt:lpstr>
      <vt:lpstr>PowerPoint Presentation</vt:lpstr>
      <vt:lpstr>Tang Restoration and the End of Wu Zetian's Rule</vt:lpstr>
      <vt:lpstr>Demonization of Wu Zhao</vt:lpstr>
      <vt:lpstr>Slut-Shaming: Catherine the Great</vt:lpstr>
      <vt:lpstr>Slut-Shaming: Marie Antoinette</vt:lpstr>
      <vt:lpstr>Empress Wu Zetian and Confucian Backlash</vt:lpstr>
      <vt:lpstr>Empress Wu Zetian and Confucian Backlash</vt:lpstr>
      <vt:lpstr>Speaking Sex to Power</vt:lpstr>
      <vt:lpstr>Emperor Xuanzong</vt:lpstr>
      <vt:lpstr>High Tang</vt:lpstr>
      <vt:lpstr>Tang Dynasty Painting</vt:lpstr>
      <vt:lpstr>Tang Dynasty Poetry</vt:lpstr>
      <vt:lpstr>The Rebellion of An Lushan and its Aftermath</vt:lpstr>
      <vt:lpstr>Economic Challenges Leading to the Rebellion</vt:lpstr>
      <vt:lpstr>Devolution of Power: Rise of the Jiedushi</vt:lpstr>
      <vt:lpstr>An Lushan’s Rise and the Role of Yang Guifei</vt:lpstr>
      <vt:lpstr>Outbreak of the Rebellion (755 CE)</vt:lpstr>
      <vt:lpstr>The End of the Rebellion and Tang’s Victory</vt:lpstr>
      <vt:lpstr>Consequences of the An Lushan Rebellion</vt:lpstr>
      <vt:lpstr>Aftermath: Dependence on Foreign Troops</vt:lpstr>
      <vt:lpstr>Economic Reforms and the Double Tax System</vt:lpstr>
      <vt:lpstr>Rise of Eunuch Power in the Inner Court</vt:lpstr>
      <vt:lpstr>Religious Changes: Taoism and Buddhist Persecution</vt:lpstr>
      <vt:lpstr>Political Fragmentation and Factionalism</vt:lpstr>
      <vt:lpstr>The Tang Dynasty’s Final Decades</vt:lpstr>
      <vt:lpstr>Decline of Central Authority</vt:lpstr>
      <vt:lpstr>Rise of Eunuch Power and Court Factionalism</vt:lpstr>
      <vt:lpstr>Economic Hardships and Fiscal Instability</vt:lpstr>
      <vt:lpstr>Internal Rebellions and Social Unrest</vt:lpstr>
      <vt:lpstr>The Fall of the Tang Dynasty and the Rise of Regional Powers</vt:lpstr>
    </vt:vector>
  </TitlesOfParts>
  <Company>Richland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Regeneration of Empire</dc:title>
  <dc:creator>saustin</dc:creator>
  <cp:lastModifiedBy>Steve Austin</cp:lastModifiedBy>
  <cp:revision>134</cp:revision>
  <cp:lastPrinted>1601-01-01T00:00:00Z</cp:lastPrinted>
  <dcterms:created xsi:type="dcterms:W3CDTF">2003-09-29T15:13:42Z</dcterms:created>
  <dcterms:modified xsi:type="dcterms:W3CDTF">2024-10-10T18:00:08Z</dcterms:modified>
</cp:coreProperties>
</file>