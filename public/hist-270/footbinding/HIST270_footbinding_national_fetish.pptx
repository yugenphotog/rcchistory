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8" r:id="rId1"/>
  </p:sldMasterIdLst>
  <p:notesMasterIdLst>
    <p:notesMasterId r:id="rId45"/>
  </p:notesMasterIdLst>
  <p:sldIdLst>
    <p:sldId id="283" r:id="rId27"/>
    <p:sldId id="284" r:id="rId28"/>
    <p:sldId id="292" r:id="rId29"/>
    <p:sldId id="285" r:id="rId30"/>
    <p:sldId id="286" r:id="rId31"/>
    <p:sldId id="287" r:id="rId32"/>
    <p:sldId id="288" r:id="rId33"/>
    <p:sldId id="290" r:id="rId34"/>
    <p:sldId id="289" r:id="rId35"/>
    <p:sldId id="291" r:id="rId36"/>
    <p:sldId id="294" r:id="rId37"/>
    <p:sldId id="295" r:id="rId38"/>
    <p:sldId id="296" r:id="rId39"/>
    <p:sldId id="297" r:id="rId40"/>
    <p:sldId id="298" r:id="rId41"/>
    <p:sldId id="293" r:id="rId42"/>
    <p:sldId id="300" r:id="rId43"/>
    <p:sldId id="299"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D8525A-BDB5-498B-8A4A-E7D8C2C809E0}" v="1" dt="2021-05-31T01:42:59.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275" autoAdjust="0"/>
  </p:normalViewPr>
  <p:slideViewPr>
    <p:cSldViewPr>
      <p:cViewPr varScale="1">
        <p:scale>
          <a:sx n="72" d="100"/>
          <a:sy n="72" d="100"/>
        </p:scale>
        <p:origin x="272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2"/>
          <p:cNvSpPr txBox="1">
            <a:spLocks noGrp="1"/>
          </p:cNvSpPr>
          <p:nvPr>
            <p:ph type="hdr" sz="quarter"/>
          </p:nvPr>
        </p:nvSpPr>
        <p:spPr>
          <a:xfrm>
            <a:off x="0" y="0"/>
            <a:ext cx="2971800" cy="457200"/>
          </a:xfrm>
          <a:prstGeom prst="rect">
            <a:avLst/>
          </a:prstGeom>
          <a:noFill/>
          <a:ln>
            <a:noFill/>
          </a:ln>
        </p:spPr>
        <p:txBody>
          <a:bodyPr vert="horz" wrap="square" lIns="91440" tIns="45720" rIns="91440" bIns="45720" anchor="t" anchorCtr="0" compatLnSpc="1"/>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rial"/>
              </a:defRPr>
            </a:lvl1pPr>
          </a:lstStyle>
          <a:p>
            <a:pPr>
              <a:defRPr/>
            </a:pPr>
            <a:endParaRPr/>
          </a:p>
        </p:txBody>
      </p:sp>
      <p:sp>
        <p:nvSpPr>
          <p:cNvPr id="3" name="Rectangle 3"/>
          <p:cNvSpPr txBox="1">
            <a:spLocks noGrp="1"/>
          </p:cNvSpPr>
          <p:nvPr>
            <p:ph type="dt" idx="1"/>
          </p:nvPr>
        </p:nvSpPr>
        <p:spPr>
          <a:xfrm>
            <a:off x="3884613" y="0"/>
            <a:ext cx="2971800" cy="457200"/>
          </a:xfrm>
          <a:prstGeom prst="rect">
            <a:avLst/>
          </a:prstGeom>
          <a:noFill/>
          <a:ln>
            <a:noFill/>
          </a:ln>
        </p:spPr>
        <p:txBody>
          <a:bodyPr vert="horz" wrap="square" lIns="91440" tIns="45720" rIns="91440" bIns="45720" anchor="t" anchorCtr="0" compatLnSpc="1"/>
          <a:lstStyle>
            <a:lvl1pPr marL="0" marR="0" lvl="0" indent="0" algn="r"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rial"/>
              </a:defRPr>
            </a:lvl1pPr>
          </a:lstStyle>
          <a:p>
            <a:pPr>
              <a:defRPr/>
            </a:pPr>
            <a:endParaRPr/>
          </a:p>
        </p:txBody>
      </p:sp>
      <p:sp>
        <p:nvSpPr>
          <p:cNvPr id="3076" name="Rectangle 4"/>
          <p:cNvSpPr>
            <a:spLocks noGrp="1" noRot="1" noChangeAspect="1"/>
          </p:cNvSpPr>
          <p:nvPr>
            <p:ph type="sldImg" idx="2"/>
          </p:nvPr>
        </p:nvSpPr>
        <p:spPr bwMode="auto">
          <a:xfrm>
            <a:off x="1143000" y="685800"/>
            <a:ext cx="4572000" cy="3429000"/>
          </a:xfrm>
          <a:prstGeom prst="rect">
            <a:avLst/>
          </a:prstGeom>
          <a:noFill/>
          <a:ln w="9528">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 name="Rectangle 5"/>
          <p:cNvSpPr txBox="1">
            <a:spLocks noGrp="1"/>
          </p:cNvSpPr>
          <p:nvPr>
            <p:ph type="body" sz="quarter" idx="3"/>
          </p:nvPr>
        </p:nvSpPr>
        <p:spPr>
          <a:xfrm>
            <a:off x="685800" y="4343400"/>
            <a:ext cx="5486400" cy="4114800"/>
          </a:xfrm>
          <a:prstGeom prst="rect">
            <a:avLst/>
          </a:prstGeom>
          <a:noFill/>
          <a:ln>
            <a:noFill/>
          </a:ln>
        </p:spPr>
        <p:txBody>
          <a:bodyPr vert="horz" wrap="square" lIns="91440" tIns="45720" rIns="91440" bIns="45720"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Rectangle 6"/>
          <p:cNvSpPr txBox="1">
            <a:spLocks noGrp="1"/>
          </p:cNvSpPr>
          <p:nvPr>
            <p:ph type="ftr" sz="quarter" idx="4"/>
          </p:nvPr>
        </p:nvSpPr>
        <p:spPr>
          <a:xfrm>
            <a:off x="0" y="8685213"/>
            <a:ext cx="2971800" cy="457200"/>
          </a:xfrm>
          <a:prstGeom prst="rect">
            <a:avLst/>
          </a:prstGeom>
          <a:noFill/>
          <a:ln>
            <a:noFill/>
          </a:ln>
        </p:spPr>
        <p:txBody>
          <a:bodyPr vert="horz" wrap="square" lIns="91440" tIns="45720" rIns="91440" bIns="45720" anchor="b" anchorCtr="0" compatLnSpc="1"/>
          <a:lstStyle>
            <a:lvl1pPr marL="0" marR="0" lvl="0" indent="0" algn="l" defTabSz="914400" rtl="0" eaLnBrk="1"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rial"/>
              </a:defRPr>
            </a:lvl1pPr>
          </a:lstStyle>
          <a:p>
            <a:pPr>
              <a:defRPr/>
            </a:pPr>
            <a:endParaRPr/>
          </a:p>
        </p:txBody>
      </p:sp>
      <p:sp>
        <p:nvSpPr>
          <p:cNvPr id="7" name="Rectangle 7"/>
          <p:cNvSpPr txBox="1">
            <a:spLocks noGrp="1"/>
          </p:cNvSpPr>
          <p:nvPr>
            <p:ph type="sldNum" sz="quarter" idx="5"/>
          </p:nvPr>
        </p:nvSpPr>
        <p:spPr>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eaLnBrk="1" hangingPunct="1">
              <a:defRPr sz="1200" smtClean="0">
                <a:solidFill>
                  <a:srgbClr val="000000"/>
                </a:solidFill>
              </a:defRPr>
            </a:lvl1pPr>
          </a:lstStyle>
          <a:p>
            <a:pPr>
              <a:defRPr/>
            </a:pPr>
            <a:fld id="{3934367F-6C27-4B3B-981E-49EDD1CB606A}" type="slidenum">
              <a:rPr lang="en-US" altLang="en-US"/>
              <a:pPr>
                <a:defRPr/>
              </a:pPr>
              <a:t>‹#›</a:t>
            </a:fld>
            <a:endParaRPr lang="en-US" altLang="en-US"/>
          </a:p>
        </p:txBody>
      </p:sp>
    </p:spTree>
    <p:extLst>
      <p:ext uri="{BB962C8B-B14F-4D97-AF65-F5344CB8AC3E}">
        <p14:creationId xmlns:p14="http://schemas.microsoft.com/office/powerpoint/2010/main" val="3607415678"/>
      </p:ext>
    </p:extLst>
  </p:cSld>
  <p:clrMap bg1="lt1" tx1="dk1" bg2="lt2" tx2="dk2" accent1="accent1" accent2="accent2" accent3="accent3" accent4="accent4" accent5="accent5" accent6="accent6" hlink="hlink" folHlink="folHlink"/>
  <p:notesStyle>
    <a:lvl1pPr algn="l" rtl="0" eaLnBrk="0" fontAlgn="base" hangingPunct="0">
      <a:spcBef>
        <a:spcPts val="400"/>
      </a:spcBef>
      <a:spcAft>
        <a:spcPct val="0"/>
      </a:spcAft>
      <a:defRPr lang="en-US" sz="1200" kern="1200">
        <a:solidFill>
          <a:srgbClr val="000000"/>
        </a:solidFill>
        <a:latin typeface="Arial"/>
      </a:defRPr>
    </a:lvl1pPr>
    <a:lvl2pPr marL="457200" lvl="1" algn="l" rtl="0" eaLnBrk="0" fontAlgn="base" hangingPunct="0">
      <a:spcBef>
        <a:spcPts val="400"/>
      </a:spcBef>
      <a:spcAft>
        <a:spcPct val="0"/>
      </a:spcAft>
      <a:defRPr lang="en-US" sz="1200" kern="1200">
        <a:solidFill>
          <a:srgbClr val="000000"/>
        </a:solidFill>
        <a:latin typeface="Arial"/>
      </a:defRPr>
    </a:lvl2pPr>
    <a:lvl3pPr marL="914400" lvl="2" algn="l" rtl="0" eaLnBrk="0" fontAlgn="base" hangingPunct="0">
      <a:spcBef>
        <a:spcPts val="400"/>
      </a:spcBef>
      <a:spcAft>
        <a:spcPct val="0"/>
      </a:spcAft>
      <a:defRPr lang="en-US" sz="1200" kern="1200">
        <a:solidFill>
          <a:srgbClr val="000000"/>
        </a:solidFill>
        <a:latin typeface="Arial"/>
      </a:defRPr>
    </a:lvl3pPr>
    <a:lvl4pPr marL="1371600" lvl="3" algn="l" rtl="0" eaLnBrk="0" fontAlgn="base" hangingPunct="0">
      <a:spcBef>
        <a:spcPts val="400"/>
      </a:spcBef>
      <a:spcAft>
        <a:spcPct val="0"/>
      </a:spcAft>
      <a:defRPr lang="en-US" sz="1200" kern="1200">
        <a:solidFill>
          <a:srgbClr val="000000"/>
        </a:solidFill>
        <a:latin typeface="Arial"/>
      </a:defRPr>
    </a:lvl4pPr>
    <a:lvl5pPr marL="1828800" lvl="4" algn="l" rtl="0" eaLnBrk="0" fontAlgn="base" hangingPunct="0">
      <a:spcBef>
        <a:spcPts val="400"/>
      </a:spcBef>
      <a:spcAft>
        <a:spcPct val="0"/>
      </a:spcAft>
      <a:defRPr lang="en-US" sz="1200" kern="1200">
        <a:solidFill>
          <a:srgbClr val="000000"/>
        </a:solidFill>
        <a:latin typeface="Arial"/>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exhibits.hsl.virginia.edu/clothes/" TargetMode="External"/><Relationship Id="rId4" Type="http://schemas.openxmlformats.org/officeDocument/2006/relationships/hyperlink" Target="http://www.washingtonpost.com/national/health-science/high-heeled-shoes-may-look-good-but-theyre-bad-for-your-feet/2013/06/17/54945c14-c22d-11e2-914f-a7aba60512a7_story.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visual.ly/true-effect-high-heels?utm_source=visually_embed"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exhibits.hsl.virginia.edu/clothes/" TargetMode="External"/><Relationship Id="rId4" Type="http://schemas.openxmlformats.org/officeDocument/2006/relationships/hyperlink" Target="http://www.washingtonpost.com/national/health-science/high-heeled-shoes-may-look-good-but-theyre-bad-for-your-feet/2013/06/17/54945c14-c22d-11e2-914f-a7aba60512a7_story.html" TargetMode="External"/></Relationship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934367F-6C27-4B3B-981E-49EDD1CB606A}" type="slidenum">
              <a:rPr lang="en-US" altLang="en-US" smtClean="0"/>
              <a:pPr>
                <a:defRPr/>
              </a:pPr>
              <a:t>27</a:t>
            </a:fld>
            <a:endParaRPr lang="en-US" altLang="en-US"/>
          </a:p>
        </p:txBody>
      </p:sp>
    </p:spTree>
    <p:extLst>
      <p:ext uri="{BB962C8B-B14F-4D97-AF65-F5344CB8AC3E}">
        <p14:creationId xmlns:p14="http://schemas.microsoft.com/office/powerpoint/2010/main" val="552868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r>
              <a:rPr altLang="en-US" dirty="0">
                <a:latin typeface="Arial" panose="020B0604020202020204" pitchFamily="34" charset="0"/>
              </a:rPr>
              <a:t>http://youtu.be/U3hqKDHzYWc</a:t>
            </a:r>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defRPr sz="1200">
                <a:solidFill>
                  <a:srgbClr val="000000"/>
                </a:solidFill>
                <a:latin typeface="Arial" panose="020B0604020202020204" pitchFamily="34" charset="0"/>
              </a:defRPr>
            </a:lvl1pPr>
            <a:lvl2pPr marL="742950" indent="-285750">
              <a:spcBef>
                <a:spcPts val="400"/>
              </a:spcBef>
              <a:defRPr sz="1200">
                <a:solidFill>
                  <a:srgbClr val="000000"/>
                </a:solidFill>
                <a:latin typeface="Arial" panose="020B0604020202020204" pitchFamily="34" charset="0"/>
              </a:defRPr>
            </a:lvl2pPr>
            <a:lvl3pPr marL="1143000" indent="-228600">
              <a:spcBef>
                <a:spcPts val="400"/>
              </a:spcBef>
              <a:defRPr sz="1200">
                <a:solidFill>
                  <a:srgbClr val="000000"/>
                </a:solidFill>
                <a:latin typeface="Arial" panose="020B0604020202020204" pitchFamily="34" charset="0"/>
              </a:defRPr>
            </a:lvl3pPr>
            <a:lvl4pPr marL="1600200" indent="-228600">
              <a:spcBef>
                <a:spcPts val="400"/>
              </a:spcBef>
              <a:defRPr sz="1200">
                <a:solidFill>
                  <a:srgbClr val="000000"/>
                </a:solidFill>
                <a:latin typeface="Arial" panose="020B0604020202020204" pitchFamily="34" charset="0"/>
              </a:defRPr>
            </a:lvl4pPr>
            <a:lvl5pPr marL="2057400" indent="-228600">
              <a:spcBef>
                <a:spcPts val="400"/>
              </a:spcBef>
              <a:defRPr sz="1200">
                <a:solidFill>
                  <a:srgbClr val="000000"/>
                </a:solidFill>
                <a:latin typeface="Arial" panose="020B0604020202020204" pitchFamily="34" charset="0"/>
              </a:defRPr>
            </a:lvl5pPr>
            <a:lvl6pPr marL="2514600" indent="-228600" eaLnBrk="0" fontAlgn="base" hangingPunct="0">
              <a:spcBef>
                <a:spcPts val="400"/>
              </a:spcBef>
              <a:spcAft>
                <a:spcPct val="0"/>
              </a:spcAft>
              <a:defRPr sz="1200">
                <a:solidFill>
                  <a:srgbClr val="000000"/>
                </a:solidFill>
                <a:latin typeface="Arial" panose="020B0604020202020204" pitchFamily="34" charset="0"/>
              </a:defRPr>
            </a:lvl6pPr>
            <a:lvl7pPr marL="2971800" indent="-228600" eaLnBrk="0" fontAlgn="base" hangingPunct="0">
              <a:spcBef>
                <a:spcPts val="400"/>
              </a:spcBef>
              <a:spcAft>
                <a:spcPct val="0"/>
              </a:spcAft>
              <a:defRPr sz="1200">
                <a:solidFill>
                  <a:srgbClr val="000000"/>
                </a:solidFill>
                <a:latin typeface="Arial" panose="020B0604020202020204" pitchFamily="34" charset="0"/>
              </a:defRPr>
            </a:lvl7pPr>
            <a:lvl8pPr marL="3429000" indent="-228600" eaLnBrk="0" fontAlgn="base" hangingPunct="0">
              <a:spcBef>
                <a:spcPts val="400"/>
              </a:spcBef>
              <a:spcAft>
                <a:spcPct val="0"/>
              </a:spcAft>
              <a:defRPr sz="1200">
                <a:solidFill>
                  <a:srgbClr val="000000"/>
                </a:solidFill>
                <a:latin typeface="Arial" panose="020B0604020202020204" pitchFamily="34" charset="0"/>
              </a:defRPr>
            </a:lvl8pPr>
            <a:lvl9pPr marL="3886200" indent="-228600" eaLnBrk="0" fontAlgn="base" hangingPunct="0">
              <a:spcBef>
                <a:spcPts val="400"/>
              </a:spcBef>
              <a:spcAft>
                <a:spcPct val="0"/>
              </a:spcAft>
              <a:defRPr sz="1200">
                <a:solidFill>
                  <a:srgbClr val="000000"/>
                </a:solidFill>
                <a:latin typeface="Arial" panose="020B0604020202020204" pitchFamily="34" charset="0"/>
              </a:defRPr>
            </a:lvl9pPr>
          </a:lstStyle>
          <a:p>
            <a:pPr>
              <a:spcBef>
                <a:spcPct val="0"/>
              </a:spcBef>
            </a:pPr>
            <a:fld id="{19B69245-751E-43FA-9EE0-EC104C342BCF}" type="slidenum">
              <a:rPr lang="en-US" altLang="en-US"/>
              <a:pPr>
                <a:spcBef>
                  <a:spcPct val="0"/>
                </a:spcBef>
              </a:pPr>
              <a:t>28</a:t>
            </a:fld>
            <a:endParaRPr lang="en-US" altLang="en-US"/>
          </a:p>
        </p:txBody>
      </p:sp>
    </p:spTree>
    <p:extLst>
      <p:ext uri="{BB962C8B-B14F-4D97-AF65-F5344CB8AC3E}">
        <p14:creationId xmlns:p14="http://schemas.microsoft.com/office/powerpoint/2010/main" val="1283878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r>
              <a:rPr altLang="en-US">
                <a:latin typeface="Arial" panose="020B0604020202020204" pitchFamily="34" charset="0"/>
              </a:rPr>
              <a:t>An estimated 100 to 140 million girls and women in the world are victims of Female Genital Mutilation (FGM). In addition to life-long traumas, they often suffer from potentially fatal infections, bleeding and complications during childbirth. The harmful practice is among the main reasons for the high maternal mortality rates in Africa and Asia.</a:t>
            </a:r>
            <a:br>
              <a:rPr altLang="en-US">
                <a:latin typeface="Arial" panose="020B0604020202020204" pitchFamily="34" charset="0"/>
              </a:rPr>
            </a:br>
            <a:br>
              <a:rPr altLang="en-US">
                <a:latin typeface="Arial" panose="020B0604020202020204" pitchFamily="34" charset="0"/>
              </a:rPr>
            </a:br>
            <a:r>
              <a:rPr altLang="en-US">
                <a:latin typeface="Arial" panose="020B0604020202020204" pitchFamily="34" charset="0"/>
              </a:rPr>
              <a:t>FGM is mostly performed by laypersons using primitive tools such as knives, glass cullets or razor blades to remove the clitoris, often with partial or complete excision of the labia majora. The most severe form of genital mutilation includes cutting the labia minora. The intervention is carried out without anesthesia.</a:t>
            </a:r>
            <a:br>
              <a:rPr altLang="en-US">
                <a:latin typeface="Arial" panose="020B0604020202020204" pitchFamily="34" charset="0"/>
              </a:rPr>
            </a:br>
            <a:br>
              <a:rPr altLang="en-US">
                <a:latin typeface="Arial" panose="020B0604020202020204" pitchFamily="34" charset="0"/>
              </a:rPr>
            </a:br>
            <a:r>
              <a:rPr altLang="en-US">
                <a:latin typeface="Arial" panose="020B0604020202020204" pitchFamily="34" charset="0"/>
              </a:rPr>
              <a:t>This inhumane tradition is practiced in 28 countries of Africa and parts of Asia and the Middle East. The girls on whom the operation is performed are often under 14 years old. Through the cutting, they are supposed to enter into adulthood in a "clean" condition. Women on whom FGM has not been performed are often not considered as adequate wives by the respective ethnic groups.</a:t>
            </a:r>
            <a:br>
              <a:rPr altLang="en-US">
                <a:latin typeface="Arial" panose="020B0604020202020204" pitchFamily="34" charset="0"/>
              </a:rPr>
            </a:br>
            <a:br>
              <a:rPr altLang="en-US">
                <a:latin typeface="Arial" panose="020B0604020202020204" pitchFamily="34" charset="0"/>
              </a:rPr>
            </a:br>
            <a:r>
              <a:rPr altLang="en-US">
                <a:latin typeface="Arial" panose="020B0604020202020204" pitchFamily="34" charset="0"/>
              </a:rPr>
              <a:t>Since the UN General Assembly of December 1993, Female Genital Mutilation is considered to be a specific form of violence against girls and women and thus an act of human rights violation, as confirmed by the International Conference on Population and Development in 1994 in Cairo at which its abolition was demanded.</a:t>
            </a:r>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defRPr sz="1200">
                <a:solidFill>
                  <a:srgbClr val="000000"/>
                </a:solidFill>
                <a:latin typeface="Arial" panose="020B0604020202020204" pitchFamily="34" charset="0"/>
              </a:defRPr>
            </a:lvl1pPr>
            <a:lvl2pPr marL="742950" indent="-285750">
              <a:spcBef>
                <a:spcPts val="400"/>
              </a:spcBef>
              <a:defRPr sz="1200">
                <a:solidFill>
                  <a:srgbClr val="000000"/>
                </a:solidFill>
                <a:latin typeface="Arial" panose="020B0604020202020204" pitchFamily="34" charset="0"/>
              </a:defRPr>
            </a:lvl2pPr>
            <a:lvl3pPr marL="1143000" indent="-228600">
              <a:spcBef>
                <a:spcPts val="400"/>
              </a:spcBef>
              <a:defRPr sz="1200">
                <a:solidFill>
                  <a:srgbClr val="000000"/>
                </a:solidFill>
                <a:latin typeface="Arial" panose="020B0604020202020204" pitchFamily="34" charset="0"/>
              </a:defRPr>
            </a:lvl3pPr>
            <a:lvl4pPr marL="1600200" indent="-228600">
              <a:spcBef>
                <a:spcPts val="400"/>
              </a:spcBef>
              <a:defRPr sz="1200">
                <a:solidFill>
                  <a:srgbClr val="000000"/>
                </a:solidFill>
                <a:latin typeface="Arial" panose="020B0604020202020204" pitchFamily="34" charset="0"/>
              </a:defRPr>
            </a:lvl4pPr>
            <a:lvl5pPr marL="2057400" indent="-228600">
              <a:spcBef>
                <a:spcPts val="400"/>
              </a:spcBef>
              <a:defRPr sz="1200">
                <a:solidFill>
                  <a:srgbClr val="000000"/>
                </a:solidFill>
                <a:latin typeface="Arial" panose="020B0604020202020204" pitchFamily="34" charset="0"/>
              </a:defRPr>
            </a:lvl5pPr>
            <a:lvl6pPr marL="2514600" indent="-228600" eaLnBrk="0" fontAlgn="base" hangingPunct="0">
              <a:spcBef>
                <a:spcPts val="400"/>
              </a:spcBef>
              <a:spcAft>
                <a:spcPct val="0"/>
              </a:spcAft>
              <a:defRPr sz="1200">
                <a:solidFill>
                  <a:srgbClr val="000000"/>
                </a:solidFill>
                <a:latin typeface="Arial" panose="020B0604020202020204" pitchFamily="34" charset="0"/>
              </a:defRPr>
            </a:lvl6pPr>
            <a:lvl7pPr marL="2971800" indent="-228600" eaLnBrk="0" fontAlgn="base" hangingPunct="0">
              <a:spcBef>
                <a:spcPts val="400"/>
              </a:spcBef>
              <a:spcAft>
                <a:spcPct val="0"/>
              </a:spcAft>
              <a:defRPr sz="1200">
                <a:solidFill>
                  <a:srgbClr val="000000"/>
                </a:solidFill>
                <a:latin typeface="Arial" panose="020B0604020202020204" pitchFamily="34" charset="0"/>
              </a:defRPr>
            </a:lvl7pPr>
            <a:lvl8pPr marL="3429000" indent="-228600" eaLnBrk="0" fontAlgn="base" hangingPunct="0">
              <a:spcBef>
                <a:spcPts val="400"/>
              </a:spcBef>
              <a:spcAft>
                <a:spcPct val="0"/>
              </a:spcAft>
              <a:defRPr sz="1200">
                <a:solidFill>
                  <a:srgbClr val="000000"/>
                </a:solidFill>
                <a:latin typeface="Arial" panose="020B0604020202020204" pitchFamily="34" charset="0"/>
              </a:defRPr>
            </a:lvl8pPr>
            <a:lvl9pPr marL="3886200" indent="-228600" eaLnBrk="0" fontAlgn="base" hangingPunct="0">
              <a:spcBef>
                <a:spcPts val="400"/>
              </a:spcBef>
              <a:spcAft>
                <a:spcPct val="0"/>
              </a:spcAft>
              <a:defRPr sz="1200">
                <a:solidFill>
                  <a:srgbClr val="000000"/>
                </a:solidFill>
                <a:latin typeface="Arial" panose="020B0604020202020204" pitchFamily="34" charset="0"/>
              </a:defRPr>
            </a:lvl9pPr>
          </a:lstStyle>
          <a:p>
            <a:pPr>
              <a:spcBef>
                <a:spcPct val="0"/>
              </a:spcBef>
            </a:pPr>
            <a:fld id="{45E83E7E-B659-4A03-A5FA-E427C2EC96D9}" type="slidenum">
              <a:rPr lang="en-US" altLang="en-US"/>
              <a:pPr>
                <a:spcBef>
                  <a:spcPct val="0"/>
                </a:spcBef>
              </a:pPr>
              <a:t>40</a:t>
            </a:fld>
            <a:endParaRPr lang="en-US" altLang="en-US"/>
          </a:p>
        </p:txBody>
      </p:sp>
    </p:spTree>
    <p:extLst>
      <p:ext uri="{BB962C8B-B14F-4D97-AF65-F5344CB8AC3E}">
        <p14:creationId xmlns:p14="http://schemas.microsoft.com/office/powerpoint/2010/main" val="2900602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r>
              <a:rPr altLang="en-US">
                <a:latin typeface="Arial" panose="020B0604020202020204" pitchFamily="34" charset="0"/>
                <a:hlinkClick r:id="rId3"/>
              </a:rPr>
              <a:t>http://exhibits.hsl.virginia.edu/clothes/</a:t>
            </a:r>
            <a:endParaRPr altLang="en-US">
              <a:latin typeface="Arial" panose="020B0604020202020204" pitchFamily="34" charset="0"/>
              <a:hlinkClick r:id="rId4"/>
            </a:endParaRPr>
          </a:p>
          <a:p>
            <a:endParaRPr altLang="en-US">
              <a:latin typeface="Arial" panose="020B0604020202020204" pitchFamily="34" charset="0"/>
              <a:hlinkClick r:id="rId4"/>
            </a:endParaRPr>
          </a:p>
          <a:p>
            <a:r>
              <a:rPr altLang="en-US">
                <a:latin typeface="Arial" panose="020B0604020202020204" pitchFamily="34" charset="0"/>
                <a:hlinkClick r:id="rId4"/>
              </a:rPr>
              <a:t>http://www.washingtonpost.com/national/health-science/high-heeled-shoes-may-look-good-but-theyre-bad-for-your-feet/2013/06/17/54945c14-c22d-11e2-914f-a7aba60512a7_story.html</a:t>
            </a:r>
            <a:endParaRPr altLang="en-US">
              <a:latin typeface="Arial" panose="020B0604020202020204" pitchFamily="34" charset="0"/>
            </a:endParaRPr>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defRPr sz="1200">
                <a:solidFill>
                  <a:srgbClr val="000000"/>
                </a:solidFill>
                <a:latin typeface="Arial" panose="020B0604020202020204" pitchFamily="34" charset="0"/>
              </a:defRPr>
            </a:lvl1pPr>
            <a:lvl2pPr marL="742950" indent="-285750">
              <a:spcBef>
                <a:spcPts val="400"/>
              </a:spcBef>
              <a:defRPr sz="1200">
                <a:solidFill>
                  <a:srgbClr val="000000"/>
                </a:solidFill>
                <a:latin typeface="Arial" panose="020B0604020202020204" pitchFamily="34" charset="0"/>
              </a:defRPr>
            </a:lvl2pPr>
            <a:lvl3pPr marL="1143000" indent="-228600">
              <a:spcBef>
                <a:spcPts val="400"/>
              </a:spcBef>
              <a:defRPr sz="1200">
                <a:solidFill>
                  <a:srgbClr val="000000"/>
                </a:solidFill>
                <a:latin typeface="Arial" panose="020B0604020202020204" pitchFamily="34" charset="0"/>
              </a:defRPr>
            </a:lvl3pPr>
            <a:lvl4pPr marL="1600200" indent="-228600">
              <a:spcBef>
                <a:spcPts val="400"/>
              </a:spcBef>
              <a:defRPr sz="1200">
                <a:solidFill>
                  <a:srgbClr val="000000"/>
                </a:solidFill>
                <a:latin typeface="Arial" panose="020B0604020202020204" pitchFamily="34" charset="0"/>
              </a:defRPr>
            </a:lvl4pPr>
            <a:lvl5pPr marL="2057400" indent="-228600">
              <a:spcBef>
                <a:spcPts val="400"/>
              </a:spcBef>
              <a:defRPr sz="1200">
                <a:solidFill>
                  <a:srgbClr val="000000"/>
                </a:solidFill>
                <a:latin typeface="Arial" panose="020B0604020202020204" pitchFamily="34" charset="0"/>
              </a:defRPr>
            </a:lvl5pPr>
            <a:lvl6pPr marL="2514600" indent="-228600" eaLnBrk="0" fontAlgn="base" hangingPunct="0">
              <a:spcBef>
                <a:spcPts val="400"/>
              </a:spcBef>
              <a:spcAft>
                <a:spcPct val="0"/>
              </a:spcAft>
              <a:defRPr sz="1200">
                <a:solidFill>
                  <a:srgbClr val="000000"/>
                </a:solidFill>
                <a:latin typeface="Arial" panose="020B0604020202020204" pitchFamily="34" charset="0"/>
              </a:defRPr>
            </a:lvl6pPr>
            <a:lvl7pPr marL="2971800" indent="-228600" eaLnBrk="0" fontAlgn="base" hangingPunct="0">
              <a:spcBef>
                <a:spcPts val="400"/>
              </a:spcBef>
              <a:spcAft>
                <a:spcPct val="0"/>
              </a:spcAft>
              <a:defRPr sz="1200">
                <a:solidFill>
                  <a:srgbClr val="000000"/>
                </a:solidFill>
                <a:latin typeface="Arial" panose="020B0604020202020204" pitchFamily="34" charset="0"/>
              </a:defRPr>
            </a:lvl7pPr>
            <a:lvl8pPr marL="3429000" indent="-228600" eaLnBrk="0" fontAlgn="base" hangingPunct="0">
              <a:spcBef>
                <a:spcPts val="400"/>
              </a:spcBef>
              <a:spcAft>
                <a:spcPct val="0"/>
              </a:spcAft>
              <a:defRPr sz="1200">
                <a:solidFill>
                  <a:srgbClr val="000000"/>
                </a:solidFill>
                <a:latin typeface="Arial" panose="020B0604020202020204" pitchFamily="34" charset="0"/>
              </a:defRPr>
            </a:lvl8pPr>
            <a:lvl9pPr marL="3886200" indent="-228600" eaLnBrk="0" fontAlgn="base" hangingPunct="0">
              <a:spcBef>
                <a:spcPts val="400"/>
              </a:spcBef>
              <a:spcAft>
                <a:spcPct val="0"/>
              </a:spcAft>
              <a:defRPr sz="1200">
                <a:solidFill>
                  <a:srgbClr val="000000"/>
                </a:solidFill>
                <a:latin typeface="Arial" panose="020B0604020202020204" pitchFamily="34" charset="0"/>
              </a:defRPr>
            </a:lvl9pPr>
          </a:lstStyle>
          <a:p>
            <a:pPr>
              <a:spcBef>
                <a:spcPct val="0"/>
              </a:spcBef>
            </a:pPr>
            <a:fld id="{0823D365-CA2F-4112-95CA-CD59AD5524F3}" type="slidenum">
              <a:rPr lang="en-US" altLang="en-US"/>
              <a:pPr>
                <a:spcBef>
                  <a:spcPct val="0"/>
                </a:spcBef>
              </a:pPr>
              <a:t>41</a:t>
            </a:fld>
            <a:endParaRPr lang="en-US" altLang="en-US"/>
          </a:p>
        </p:txBody>
      </p:sp>
    </p:spTree>
    <p:extLst>
      <p:ext uri="{BB962C8B-B14F-4D97-AF65-F5344CB8AC3E}">
        <p14:creationId xmlns:p14="http://schemas.microsoft.com/office/powerpoint/2010/main" val="2504532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r>
              <a:rPr altLang="en-US">
                <a:latin typeface="Arial" panose="020B0604020202020204" pitchFamily="34" charset="0"/>
                <a:hlinkClick r:id="rId3"/>
              </a:rPr>
              <a:t>http://visual.ly/true-effect-high-heels?utm_source=visually_embed</a:t>
            </a:r>
            <a:endParaRPr altLang="en-US">
              <a:latin typeface="Arial" panose="020B0604020202020204" pitchFamily="34" charset="0"/>
            </a:endParaRPr>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defRPr sz="1200">
                <a:solidFill>
                  <a:srgbClr val="000000"/>
                </a:solidFill>
                <a:latin typeface="Arial" panose="020B0604020202020204" pitchFamily="34" charset="0"/>
              </a:defRPr>
            </a:lvl1pPr>
            <a:lvl2pPr marL="742950" indent="-285750">
              <a:spcBef>
                <a:spcPts val="400"/>
              </a:spcBef>
              <a:defRPr sz="1200">
                <a:solidFill>
                  <a:srgbClr val="000000"/>
                </a:solidFill>
                <a:latin typeface="Arial" panose="020B0604020202020204" pitchFamily="34" charset="0"/>
              </a:defRPr>
            </a:lvl2pPr>
            <a:lvl3pPr marL="1143000" indent="-228600">
              <a:spcBef>
                <a:spcPts val="400"/>
              </a:spcBef>
              <a:defRPr sz="1200">
                <a:solidFill>
                  <a:srgbClr val="000000"/>
                </a:solidFill>
                <a:latin typeface="Arial" panose="020B0604020202020204" pitchFamily="34" charset="0"/>
              </a:defRPr>
            </a:lvl3pPr>
            <a:lvl4pPr marL="1600200" indent="-228600">
              <a:spcBef>
                <a:spcPts val="400"/>
              </a:spcBef>
              <a:defRPr sz="1200">
                <a:solidFill>
                  <a:srgbClr val="000000"/>
                </a:solidFill>
                <a:latin typeface="Arial" panose="020B0604020202020204" pitchFamily="34" charset="0"/>
              </a:defRPr>
            </a:lvl4pPr>
            <a:lvl5pPr marL="2057400" indent="-228600">
              <a:spcBef>
                <a:spcPts val="400"/>
              </a:spcBef>
              <a:defRPr sz="1200">
                <a:solidFill>
                  <a:srgbClr val="000000"/>
                </a:solidFill>
                <a:latin typeface="Arial" panose="020B0604020202020204" pitchFamily="34" charset="0"/>
              </a:defRPr>
            </a:lvl5pPr>
            <a:lvl6pPr marL="2514600" indent="-228600" eaLnBrk="0" fontAlgn="base" hangingPunct="0">
              <a:spcBef>
                <a:spcPts val="400"/>
              </a:spcBef>
              <a:spcAft>
                <a:spcPct val="0"/>
              </a:spcAft>
              <a:defRPr sz="1200">
                <a:solidFill>
                  <a:srgbClr val="000000"/>
                </a:solidFill>
                <a:latin typeface="Arial" panose="020B0604020202020204" pitchFamily="34" charset="0"/>
              </a:defRPr>
            </a:lvl6pPr>
            <a:lvl7pPr marL="2971800" indent="-228600" eaLnBrk="0" fontAlgn="base" hangingPunct="0">
              <a:spcBef>
                <a:spcPts val="400"/>
              </a:spcBef>
              <a:spcAft>
                <a:spcPct val="0"/>
              </a:spcAft>
              <a:defRPr sz="1200">
                <a:solidFill>
                  <a:srgbClr val="000000"/>
                </a:solidFill>
                <a:latin typeface="Arial" panose="020B0604020202020204" pitchFamily="34" charset="0"/>
              </a:defRPr>
            </a:lvl7pPr>
            <a:lvl8pPr marL="3429000" indent="-228600" eaLnBrk="0" fontAlgn="base" hangingPunct="0">
              <a:spcBef>
                <a:spcPts val="400"/>
              </a:spcBef>
              <a:spcAft>
                <a:spcPct val="0"/>
              </a:spcAft>
              <a:defRPr sz="1200">
                <a:solidFill>
                  <a:srgbClr val="000000"/>
                </a:solidFill>
                <a:latin typeface="Arial" panose="020B0604020202020204" pitchFamily="34" charset="0"/>
              </a:defRPr>
            </a:lvl8pPr>
            <a:lvl9pPr marL="3886200" indent="-228600" eaLnBrk="0" fontAlgn="base" hangingPunct="0">
              <a:spcBef>
                <a:spcPts val="400"/>
              </a:spcBef>
              <a:spcAft>
                <a:spcPct val="0"/>
              </a:spcAft>
              <a:defRPr sz="1200">
                <a:solidFill>
                  <a:srgbClr val="000000"/>
                </a:solidFill>
                <a:latin typeface="Arial" panose="020B0604020202020204" pitchFamily="34" charset="0"/>
              </a:defRPr>
            </a:lvl9pPr>
          </a:lstStyle>
          <a:p>
            <a:pPr>
              <a:spcBef>
                <a:spcPct val="0"/>
              </a:spcBef>
            </a:pPr>
            <a:fld id="{9500A8EC-43C9-4197-9A8C-8F995DD20066}" type="slidenum">
              <a:rPr lang="en-US" altLang="en-US"/>
              <a:pPr>
                <a:spcBef>
                  <a:spcPct val="0"/>
                </a:spcBef>
              </a:pPr>
              <a:t>42</a:t>
            </a:fld>
            <a:endParaRPr lang="en-US" altLang="en-US"/>
          </a:p>
        </p:txBody>
      </p:sp>
    </p:spTree>
    <p:extLst>
      <p:ext uri="{BB962C8B-B14F-4D97-AF65-F5344CB8AC3E}">
        <p14:creationId xmlns:p14="http://schemas.microsoft.com/office/powerpoint/2010/main" val="206156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prstTxWarp prst="textNoShape">
              <a:avLst/>
            </a:prstTxWarp>
          </a:bodyPr>
          <a:lstStyle/>
          <a:p>
            <a:r>
              <a:rPr altLang="en-US">
                <a:latin typeface="Arial" panose="020B0604020202020204" pitchFamily="34" charset="0"/>
                <a:hlinkClick r:id="rId3"/>
              </a:rPr>
              <a:t>http://exhibits.hsl.virginia.edu/clothes/</a:t>
            </a:r>
            <a:endParaRPr altLang="en-US">
              <a:latin typeface="Arial" panose="020B0604020202020204" pitchFamily="34" charset="0"/>
              <a:hlinkClick r:id="rId4"/>
            </a:endParaRPr>
          </a:p>
          <a:p>
            <a:endParaRPr altLang="en-US">
              <a:latin typeface="Arial" panose="020B0604020202020204" pitchFamily="34" charset="0"/>
              <a:hlinkClick r:id="rId4"/>
            </a:endParaRPr>
          </a:p>
          <a:p>
            <a:r>
              <a:rPr altLang="en-US">
                <a:latin typeface="Arial" panose="020B0604020202020204" pitchFamily="34" charset="0"/>
                <a:hlinkClick r:id="rId4"/>
              </a:rPr>
              <a:t>http://www.washingtonpost.com/national/health-science/high-heeled-shoes-may-look-good-but-theyre-bad-for-your-feet/2013/06/17/54945c14-c22d-11e2-914f-a7aba60512a7_story.html</a:t>
            </a:r>
            <a:endParaRPr altLang="en-US">
              <a:latin typeface="Arial" panose="020B0604020202020204" pitchFamily="34" charset="0"/>
            </a:endParaRPr>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defRPr sz="1200">
                <a:solidFill>
                  <a:srgbClr val="000000"/>
                </a:solidFill>
                <a:latin typeface="Arial" panose="020B0604020202020204" pitchFamily="34" charset="0"/>
              </a:defRPr>
            </a:lvl1pPr>
            <a:lvl2pPr marL="742950" indent="-285750">
              <a:spcBef>
                <a:spcPts val="400"/>
              </a:spcBef>
              <a:defRPr sz="1200">
                <a:solidFill>
                  <a:srgbClr val="000000"/>
                </a:solidFill>
                <a:latin typeface="Arial" panose="020B0604020202020204" pitchFamily="34" charset="0"/>
              </a:defRPr>
            </a:lvl2pPr>
            <a:lvl3pPr marL="1143000" indent="-228600">
              <a:spcBef>
                <a:spcPts val="400"/>
              </a:spcBef>
              <a:defRPr sz="1200">
                <a:solidFill>
                  <a:srgbClr val="000000"/>
                </a:solidFill>
                <a:latin typeface="Arial" panose="020B0604020202020204" pitchFamily="34" charset="0"/>
              </a:defRPr>
            </a:lvl3pPr>
            <a:lvl4pPr marL="1600200" indent="-228600">
              <a:spcBef>
                <a:spcPts val="400"/>
              </a:spcBef>
              <a:defRPr sz="1200">
                <a:solidFill>
                  <a:srgbClr val="000000"/>
                </a:solidFill>
                <a:latin typeface="Arial" panose="020B0604020202020204" pitchFamily="34" charset="0"/>
              </a:defRPr>
            </a:lvl4pPr>
            <a:lvl5pPr marL="2057400" indent="-228600">
              <a:spcBef>
                <a:spcPts val="400"/>
              </a:spcBef>
              <a:defRPr sz="1200">
                <a:solidFill>
                  <a:srgbClr val="000000"/>
                </a:solidFill>
                <a:latin typeface="Arial" panose="020B0604020202020204" pitchFamily="34" charset="0"/>
              </a:defRPr>
            </a:lvl5pPr>
            <a:lvl6pPr marL="2514600" indent="-228600" eaLnBrk="0" fontAlgn="base" hangingPunct="0">
              <a:spcBef>
                <a:spcPts val="400"/>
              </a:spcBef>
              <a:spcAft>
                <a:spcPct val="0"/>
              </a:spcAft>
              <a:defRPr sz="1200">
                <a:solidFill>
                  <a:srgbClr val="000000"/>
                </a:solidFill>
                <a:latin typeface="Arial" panose="020B0604020202020204" pitchFamily="34" charset="0"/>
              </a:defRPr>
            </a:lvl6pPr>
            <a:lvl7pPr marL="2971800" indent="-228600" eaLnBrk="0" fontAlgn="base" hangingPunct="0">
              <a:spcBef>
                <a:spcPts val="400"/>
              </a:spcBef>
              <a:spcAft>
                <a:spcPct val="0"/>
              </a:spcAft>
              <a:defRPr sz="1200">
                <a:solidFill>
                  <a:srgbClr val="000000"/>
                </a:solidFill>
                <a:latin typeface="Arial" panose="020B0604020202020204" pitchFamily="34" charset="0"/>
              </a:defRPr>
            </a:lvl7pPr>
            <a:lvl8pPr marL="3429000" indent="-228600" eaLnBrk="0" fontAlgn="base" hangingPunct="0">
              <a:spcBef>
                <a:spcPts val="400"/>
              </a:spcBef>
              <a:spcAft>
                <a:spcPct val="0"/>
              </a:spcAft>
              <a:defRPr sz="1200">
                <a:solidFill>
                  <a:srgbClr val="000000"/>
                </a:solidFill>
                <a:latin typeface="Arial" panose="020B0604020202020204" pitchFamily="34" charset="0"/>
              </a:defRPr>
            </a:lvl8pPr>
            <a:lvl9pPr marL="3886200" indent="-228600" eaLnBrk="0" fontAlgn="base" hangingPunct="0">
              <a:spcBef>
                <a:spcPts val="400"/>
              </a:spcBef>
              <a:spcAft>
                <a:spcPct val="0"/>
              </a:spcAft>
              <a:defRPr sz="1200">
                <a:solidFill>
                  <a:srgbClr val="000000"/>
                </a:solidFill>
                <a:latin typeface="Arial" panose="020B0604020202020204" pitchFamily="34" charset="0"/>
              </a:defRPr>
            </a:lvl9pPr>
          </a:lstStyle>
          <a:p>
            <a:pPr>
              <a:spcBef>
                <a:spcPct val="0"/>
              </a:spcBef>
            </a:pPr>
            <a:fld id="{343C7506-5184-4DEA-A75A-728871C0BB98}" type="slidenum">
              <a:rPr lang="en-US" altLang="en-US"/>
              <a:pPr>
                <a:spcBef>
                  <a:spcPct val="0"/>
                </a:spcBef>
              </a:pPr>
              <a:t>43</a:t>
            </a:fld>
            <a:endParaRPr lang="en-US" altLang="en-US"/>
          </a:p>
        </p:txBody>
      </p:sp>
    </p:spTree>
    <p:extLst>
      <p:ext uri="{BB962C8B-B14F-4D97-AF65-F5344CB8AC3E}">
        <p14:creationId xmlns:p14="http://schemas.microsoft.com/office/powerpoint/2010/main" val="2301534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8F59BA2-165C-4CE1-A681-18459137BCC8}" type="slidenum">
              <a:rPr lang="en-US" altLang="en-US" smtClean="0"/>
              <a:pPr>
                <a:defRPr/>
              </a:pPr>
              <a:t>‹#›</a:t>
            </a:fld>
            <a:endParaRPr lang="en-US" altLang="en-US"/>
          </a:p>
        </p:txBody>
      </p:sp>
    </p:spTree>
    <p:extLst>
      <p:ext uri="{BB962C8B-B14F-4D97-AF65-F5344CB8AC3E}">
        <p14:creationId xmlns:p14="http://schemas.microsoft.com/office/powerpoint/2010/main" val="98347794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C6C4CBC-A8E5-4004-80F4-A699457D7303}" type="slidenum">
              <a:rPr lang="en-US" altLang="en-US" smtClean="0"/>
              <a:pPr>
                <a:defRPr/>
              </a:pPr>
              <a:t>‹#›</a:t>
            </a:fld>
            <a:endParaRPr lang="en-US" altLang="en-US"/>
          </a:p>
        </p:txBody>
      </p:sp>
    </p:spTree>
    <p:extLst>
      <p:ext uri="{BB962C8B-B14F-4D97-AF65-F5344CB8AC3E}">
        <p14:creationId xmlns:p14="http://schemas.microsoft.com/office/powerpoint/2010/main" val="427108309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2D5A0FB-52AE-433F-B2CB-A2A50D055FD7}" type="slidenum">
              <a:rPr lang="en-US" altLang="en-US" smtClean="0"/>
              <a:pPr>
                <a:defRPr/>
              </a:pPr>
              <a:t>‹#›</a:t>
            </a:fld>
            <a:endParaRPr lang="en-US" altLang="en-US"/>
          </a:p>
        </p:txBody>
      </p:sp>
    </p:spTree>
    <p:extLst>
      <p:ext uri="{BB962C8B-B14F-4D97-AF65-F5344CB8AC3E}">
        <p14:creationId xmlns:p14="http://schemas.microsoft.com/office/powerpoint/2010/main" val="50466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6E1BE4E-3F5F-47D1-AD65-788230763C57}" type="slidenum">
              <a:rPr lang="en-US" altLang="en-US" smtClean="0"/>
              <a:pPr>
                <a:defRPr/>
              </a:pPr>
              <a:t>‹#›</a:t>
            </a:fld>
            <a:endParaRPr lang="en-US" altLang="en-US"/>
          </a:p>
        </p:txBody>
      </p:sp>
    </p:spTree>
    <p:extLst>
      <p:ext uri="{BB962C8B-B14F-4D97-AF65-F5344CB8AC3E}">
        <p14:creationId xmlns:p14="http://schemas.microsoft.com/office/powerpoint/2010/main" val="8710158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114C965-EB7F-4947-BD62-F3298B161CF0}" type="slidenum">
              <a:rPr lang="en-US" altLang="en-US" smtClean="0"/>
              <a:pPr>
                <a:defRPr/>
              </a:pPr>
              <a:t>‹#›</a:t>
            </a:fld>
            <a:endParaRPr lang="en-US" altLang="en-US"/>
          </a:p>
        </p:txBody>
      </p:sp>
    </p:spTree>
    <p:extLst>
      <p:ext uri="{BB962C8B-B14F-4D97-AF65-F5344CB8AC3E}">
        <p14:creationId xmlns:p14="http://schemas.microsoft.com/office/powerpoint/2010/main" val="190002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en-US"/>
          </a:p>
        </p:txBody>
      </p:sp>
      <p:sp>
        <p:nvSpPr>
          <p:cNvPr id="5" name="Footer Placeholder 3"/>
          <p:cNvSpPr>
            <a:spLocks noGrp="1"/>
          </p:cNvSpPr>
          <p:nvPr>
            <p:ph type="ftr" sz="quarter" idx="11"/>
          </p:nvPr>
        </p:nvSpPr>
        <p:spPr/>
        <p:txBody>
          <a:bodyPr/>
          <a:lstStyle/>
          <a:p>
            <a:pPr>
              <a:defRPr/>
            </a:pPr>
            <a:endParaRPr lang="en-US"/>
          </a:p>
        </p:txBody>
      </p:sp>
      <p:sp>
        <p:nvSpPr>
          <p:cNvPr id="6" name="Slide Number Placeholder 4"/>
          <p:cNvSpPr>
            <a:spLocks noGrp="1"/>
          </p:cNvSpPr>
          <p:nvPr>
            <p:ph type="sldNum" sz="quarter" idx="12"/>
          </p:nvPr>
        </p:nvSpPr>
        <p:spPr/>
        <p:txBody>
          <a:bodyPr/>
          <a:lstStyle/>
          <a:p>
            <a:pPr>
              <a:defRPr/>
            </a:pPr>
            <a:fld id="{D53B0E52-78F7-4566-A458-8E8633783DD5}" type="slidenum">
              <a:rPr lang="en-US" altLang="en-US" smtClean="0"/>
              <a:pPr>
                <a:defRPr/>
              </a:pPr>
              <a:t>‹#›</a:t>
            </a:fld>
            <a:endParaRPr lang="en-US" altLang="en-US"/>
          </a:p>
        </p:txBody>
      </p:sp>
    </p:spTree>
    <p:extLst>
      <p:ext uri="{BB962C8B-B14F-4D97-AF65-F5344CB8AC3E}">
        <p14:creationId xmlns:p14="http://schemas.microsoft.com/office/powerpoint/2010/main" val="3473033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en-US"/>
          </a:p>
        </p:txBody>
      </p:sp>
      <p:sp>
        <p:nvSpPr>
          <p:cNvPr id="5" name="Footer Placeholder 2"/>
          <p:cNvSpPr>
            <a:spLocks noGrp="1"/>
          </p:cNvSpPr>
          <p:nvPr>
            <p:ph type="ftr" sz="quarter" idx="11"/>
          </p:nvPr>
        </p:nvSpPr>
        <p:spPr/>
        <p:txBody>
          <a:bodyPr/>
          <a:lstStyle/>
          <a:p>
            <a:pPr>
              <a:defRPr/>
            </a:pPr>
            <a:endParaRPr lang="en-US"/>
          </a:p>
        </p:txBody>
      </p:sp>
      <p:sp>
        <p:nvSpPr>
          <p:cNvPr id="6" name="Slide Number Placeholder 3"/>
          <p:cNvSpPr>
            <a:spLocks noGrp="1"/>
          </p:cNvSpPr>
          <p:nvPr>
            <p:ph type="sldNum" sz="quarter" idx="12"/>
          </p:nvPr>
        </p:nvSpPr>
        <p:spPr/>
        <p:txBody>
          <a:bodyPr/>
          <a:lstStyle/>
          <a:p>
            <a:pPr>
              <a:defRPr/>
            </a:pPr>
            <a:fld id="{BE419619-4619-4FB7-A9FB-EE1277302A15}" type="slidenum">
              <a:rPr lang="en-US" altLang="en-US" smtClean="0"/>
              <a:pPr>
                <a:defRPr/>
              </a:pPr>
              <a:t>‹#›</a:t>
            </a:fld>
            <a:endParaRPr lang="en-US" altLang="en-US"/>
          </a:p>
        </p:txBody>
      </p:sp>
    </p:spTree>
    <p:extLst>
      <p:ext uri="{BB962C8B-B14F-4D97-AF65-F5344CB8AC3E}">
        <p14:creationId xmlns:p14="http://schemas.microsoft.com/office/powerpoint/2010/main" val="101671456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a:defRPr/>
            </a:pPr>
            <a:endParaRPr lang="en-US"/>
          </a:p>
        </p:txBody>
      </p:sp>
      <p:sp>
        <p:nvSpPr>
          <p:cNvPr id="5" name="Footer Placeholder 5"/>
          <p:cNvSpPr>
            <a:spLocks noGrp="1"/>
          </p:cNvSpPr>
          <p:nvPr>
            <p:ph type="ftr" sz="quarter" idx="11"/>
          </p:nvPr>
        </p:nvSpPr>
        <p:spPr/>
        <p:txBody>
          <a:bodyPr/>
          <a:lstStyle/>
          <a:p>
            <a:pPr>
              <a:defRPr/>
            </a:pPr>
            <a:endParaRPr lang="en-US"/>
          </a:p>
        </p:txBody>
      </p:sp>
      <p:sp>
        <p:nvSpPr>
          <p:cNvPr id="6" name="Slide Number Placeholder 6"/>
          <p:cNvSpPr>
            <a:spLocks noGrp="1"/>
          </p:cNvSpPr>
          <p:nvPr>
            <p:ph type="sldNum" sz="quarter" idx="12"/>
          </p:nvPr>
        </p:nvSpPr>
        <p:spPr/>
        <p:txBody>
          <a:bodyPr/>
          <a:lstStyle/>
          <a:p>
            <a:pPr>
              <a:defRPr/>
            </a:pPr>
            <a:fld id="{3AC5FA95-B3DE-4AD5-9AC4-020CFEE6494D}" type="slidenum">
              <a:rPr lang="en-US" altLang="en-US" smtClean="0"/>
              <a:pPr>
                <a:defRPr/>
              </a:pPr>
              <a:t>‹#›</a:t>
            </a:fld>
            <a:endParaRPr lang="en-US" altLang="en-US"/>
          </a:p>
        </p:txBody>
      </p:sp>
    </p:spTree>
    <p:extLst>
      <p:ext uri="{BB962C8B-B14F-4D97-AF65-F5344CB8AC3E}">
        <p14:creationId xmlns:p14="http://schemas.microsoft.com/office/powerpoint/2010/main" val="1547983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B1094C00-1F3C-4B32-A66E-A877B467E719}" type="slidenum">
              <a:rPr lang="en-US" altLang="en-US" smtClean="0"/>
              <a:pPr>
                <a:defRPr/>
              </a:pPr>
              <a:t>‹#›</a:t>
            </a:fld>
            <a:endParaRPr lang="en-US" altLang="en-US"/>
          </a:p>
        </p:txBody>
      </p:sp>
    </p:spTree>
    <p:extLst>
      <p:ext uri="{BB962C8B-B14F-4D97-AF65-F5344CB8AC3E}">
        <p14:creationId xmlns:p14="http://schemas.microsoft.com/office/powerpoint/2010/main" val="463074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07FA0BB-922F-42CE-BEDD-E3F94A95F0B0}" type="slidenum">
              <a:rPr lang="en-US" altLang="en-US" smtClean="0"/>
              <a:pPr>
                <a:defRPr/>
              </a:pPr>
              <a:t>‹#›</a:t>
            </a:fld>
            <a:endParaRPr lang="en-US" altLang="en-US"/>
          </a:p>
        </p:txBody>
      </p:sp>
    </p:spTree>
    <p:extLst>
      <p:ext uri="{BB962C8B-B14F-4D97-AF65-F5344CB8AC3E}">
        <p14:creationId xmlns:p14="http://schemas.microsoft.com/office/powerpoint/2010/main" val="2780229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07FA0BB-922F-42CE-BEDD-E3F94A95F0B0}" type="slidenum">
              <a:rPr lang="en-US" altLang="en-US" smtClean="0"/>
              <a:pPr>
                <a:defRPr/>
              </a:pPr>
              <a:t>‹#›</a:t>
            </a:fld>
            <a:endParaRPr lang="en-US" altLang="en-US"/>
          </a:p>
        </p:txBody>
      </p:sp>
    </p:spTree>
    <p:extLst>
      <p:ext uri="{BB962C8B-B14F-4D97-AF65-F5344CB8AC3E}">
        <p14:creationId xmlns:p14="http://schemas.microsoft.com/office/powerpoint/2010/main" val="2290835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07FA0BB-922F-42CE-BEDD-E3F94A95F0B0}" type="slidenum">
              <a:rPr lang="en-US" altLang="en-US" smtClean="0"/>
              <a:pPr>
                <a:defRPr/>
              </a:pPr>
              <a:t>‹#›</a:t>
            </a:fld>
            <a:endParaRPr lang="en-US" alt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80083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07FA0BB-922F-42CE-BEDD-E3F94A95F0B0}" type="slidenum">
              <a:rPr lang="en-US" altLang="en-US" smtClean="0"/>
              <a:pPr>
                <a:defRPr/>
              </a:pPr>
              <a:t>‹#›</a:t>
            </a:fld>
            <a:endParaRPr lang="en-US" altLang="en-US"/>
          </a:p>
        </p:txBody>
      </p:sp>
    </p:spTree>
    <p:extLst>
      <p:ext uri="{BB962C8B-B14F-4D97-AF65-F5344CB8AC3E}">
        <p14:creationId xmlns:p14="http://schemas.microsoft.com/office/powerpoint/2010/main" val="1204746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07FA0BB-922F-42CE-BEDD-E3F94A95F0B0}" type="slidenum">
              <a:rPr lang="en-US" altLang="en-US" smtClean="0"/>
              <a:pPr>
                <a:defRPr/>
              </a:pPr>
              <a:t>‹#›</a:t>
            </a:fld>
            <a:endParaRPr lang="en-US" altLang="en-US"/>
          </a:p>
        </p:txBody>
      </p:sp>
    </p:spTree>
    <p:extLst>
      <p:ext uri="{BB962C8B-B14F-4D97-AF65-F5344CB8AC3E}">
        <p14:creationId xmlns:p14="http://schemas.microsoft.com/office/powerpoint/2010/main" val="1131188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a:defRPr/>
            </a:pPr>
            <a:endParaRPr lang="en-US"/>
          </a:p>
        </p:txBody>
      </p:sp>
      <p:sp>
        <p:nvSpPr>
          <p:cNvPr id="4"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07FA0BB-922F-42CE-BEDD-E3F94A95F0B0}" type="slidenum">
              <a:rPr lang="en-US" altLang="en-US" smtClean="0"/>
              <a:pPr>
                <a:defRPr/>
              </a:pPr>
              <a:t>‹#›</a:t>
            </a:fld>
            <a:endParaRPr lang="en-US" altLang="en-US"/>
          </a:p>
        </p:txBody>
      </p:sp>
    </p:spTree>
    <p:extLst>
      <p:ext uri="{BB962C8B-B14F-4D97-AF65-F5344CB8AC3E}">
        <p14:creationId xmlns:p14="http://schemas.microsoft.com/office/powerpoint/2010/main" val="1849827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0D7B30B-7087-487E-88B9-2DE05BBF5034}" type="slidenum">
              <a:rPr lang="en-US" altLang="en-US" smtClean="0"/>
              <a:pPr>
                <a:defRPr/>
              </a:pPr>
              <a:t>‹#›</a:t>
            </a:fld>
            <a:endParaRPr lang="en-US" altLang="en-US"/>
          </a:p>
        </p:txBody>
      </p:sp>
    </p:spTree>
    <p:extLst>
      <p:ext uri="{BB962C8B-B14F-4D97-AF65-F5344CB8AC3E}">
        <p14:creationId xmlns:p14="http://schemas.microsoft.com/office/powerpoint/2010/main" val="222074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C80A97C-0CA7-4A72-97CD-65B574974DCE}" type="slidenum">
              <a:rPr lang="en-US" altLang="en-US" smtClean="0"/>
              <a:pPr>
                <a:defRPr/>
              </a:pPr>
              <a:t>‹#›</a:t>
            </a:fld>
            <a:endParaRPr lang="en-US" altLang="en-US"/>
          </a:p>
        </p:txBody>
      </p:sp>
    </p:spTree>
    <p:extLst>
      <p:ext uri="{BB962C8B-B14F-4D97-AF65-F5344CB8AC3E}">
        <p14:creationId xmlns:p14="http://schemas.microsoft.com/office/powerpoint/2010/main" val="159601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txBox="1">
            <a:spLocks noGrp="1"/>
          </p:cNvSpPr>
          <p:nvPr>
            <p:ph/>
          </p:nvPr>
        </p:nvSpPr>
        <p:spPr>
          <a:xfrm>
            <a:off x="457200" y="274640"/>
            <a:ext cx="8229600" cy="5851529"/>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txBox="1">
            <a:spLocks noGrp="1"/>
          </p:cNvSpPr>
          <p:nvPr>
            <p:ph type="dt" sz="half" idx="10"/>
          </p:nvPr>
        </p:nvSpPr>
        <p:spPr>
          <a:ln/>
        </p:spPr>
        <p:txBody>
          <a:bodyPr/>
          <a:lstStyle>
            <a:lvl1pPr>
              <a:defRPr/>
            </a:lvl1pPr>
          </a:lstStyle>
          <a:p>
            <a:pPr>
              <a:defRPr/>
            </a:pPr>
            <a:endParaRPr/>
          </a:p>
        </p:txBody>
      </p:sp>
      <p:sp>
        <p:nvSpPr>
          <p:cNvPr id="4" name="Rectangle 5"/>
          <p:cNvSpPr txBox="1">
            <a:spLocks noGrp="1"/>
          </p:cNvSpPr>
          <p:nvPr>
            <p:ph type="ftr" sz="quarter" idx="11"/>
          </p:nvPr>
        </p:nvSpPr>
        <p:spPr>
          <a:ln/>
        </p:spPr>
        <p:txBody>
          <a:bodyPr/>
          <a:lstStyle>
            <a:lvl1pPr>
              <a:defRPr/>
            </a:lvl1pPr>
          </a:lstStyle>
          <a:p>
            <a:pPr>
              <a:defRPr/>
            </a:pPr>
            <a:endParaRPr/>
          </a:p>
        </p:txBody>
      </p:sp>
      <p:sp>
        <p:nvSpPr>
          <p:cNvPr id="5" name="Rectangle 6"/>
          <p:cNvSpPr txBox="1">
            <a:spLocks noGrp="1"/>
          </p:cNvSpPr>
          <p:nvPr>
            <p:ph type="sldNum" sz="quarter" idx="12"/>
          </p:nvPr>
        </p:nvSpPr>
        <p:spPr>
          <a:ln/>
        </p:spPr>
        <p:txBody>
          <a:bodyPr/>
          <a:lstStyle>
            <a:lvl1pPr>
              <a:defRPr/>
            </a:lvl1pPr>
          </a:lstStyle>
          <a:p>
            <a:pPr>
              <a:defRPr/>
            </a:pPr>
            <a:fld id="{FA4CDE2D-81B6-44A8-8604-398FBF724175}" type="slidenum">
              <a:rPr lang="en-US" altLang="en-US"/>
              <a:pPr>
                <a:defRPr/>
              </a:pPr>
              <a:t>‹#›</a:t>
            </a:fld>
            <a:endParaRPr lang="en-US" altLang="en-US"/>
          </a:p>
        </p:txBody>
      </p:sp>
    </p:spTree>
    <p:extLst>
      <p:ext uri="{BB962C8B-B14F-4D97-AF65-F5344CB8AC3E}">
        <p14:creationId xmlns:p14="http://schemas.microsoft.com/office/powerpoint/2010/main" val="4064455295"/>
      </p:ext>
    </p:extLst>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txBox="1">
            <a:spLocks noGrp="1"/>
          </p:cNvSpPr>
          <p:nvPr>
            <p:ph type="title"/>
          </p:nvPr>
        </p:nvSpPr>
        <p:spPr>
          <a:xfrm>
            <a:off x="228600" y="320670"/>
            <a:ext cx="7467603" cy="1431922"/>
          </a:xfrm>
        </p:spPr>
        <p:txBody>
          <a:bodyPr/>
          <a:lstStyle>
            <a:lvl1pPr>
              <a:defRPr/>
            </a:lvl1pPr>
          </a:lstStyle>
          <a:p>
            <a:pPr lvl="0"/>
            <a:r>
              <a:rPr lang="en-US"/>
              <a:t>Click to edit Master title style</a:t>
            </a:r>
          </a:p>
        </p:txBody>
      </p:sp>
      <p:sp>
        <p:nvSpPr>
          <p:cNvPr id="3" name="ClipArt Placeholder 2"/>
          <p:cNvSpPr txBox="1">
            <a:spLocks noGrp="1"/>
          </p:cNvSpPr>
          <p:nvPr>
            <p:ph type="pic" idx="4294967295"/>
          </p:nvPr>
        </p:nvSpPr>
        <p:spPr>
          <a:xfrm>
            <a:off x="228600" y="1981203"/>
            <a:ext cx="3695703" cy="4114800"/>
          </a:xfrm>
        </p:spPr>
        <p:txBody>
          <a:bodyPr/>
          <a:lstStyle>
            <a:lvl1pPr>
              <a:defRPr/>
            </a:lvl1pPr>
          </a:lstStyle>
          <a:p>
            <a:pPr lvl="0"/>
            <a:endParaRPr lang="en-US" noProof="0"/>
          </a:p>
        </p:txBody>
      </p:sp>
      <p:sp>
        <p:nvSpPr>
          <p:cNvPr id="4" name="Text Placeholder 3"/>
          <p:cNvSpPr txBox="1">
            <a:spLocks noGrp="1"/>
          </p:cNvSpPr>
          <p:nvPr>
            <p:ph type="body" idx="2"/>
          </p:nvPr>
        </p:nvSpPr>
        <p:spPr>
          <a:xfrm>
            <a:off x="4076696" y="1981203"/>
            <a:ext cx="3695703"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txBox="1">
            <a:spLocks noGrp="1"/>
          </p:cNvSpPr>
          <p:nvPr>
            <p:ph type="dt" sz="half" idx="10"/>
          </p:nvPr>
        </p:nvSpPr>
        <p:spPr>
          <a:xfrm>
            <a:off x="228600" y="6248400"/>
            <a:ext cx="1600200" cy="457200"/>
          </a:xfrm>
        </p:spPr>
        <p:txBody>
          <a:bodyPr/>
          <a:lstStyle>
            <a:lvl1pPr>
              <a:defRPr/>
            </a:lvl1pPr>
          </a:lstStyle>
          <a:p>
            <a:pPr>
              <a:defRPr/>
            </a:pPr>
            <a:endParaRPr/>
          </a:p>
        </p:txBody>
      </p:sp>
      <p:sp>
        <p:nvSpPr>
          <p:cNvPr id="6" name="Footer Placeholder 5"/>
          <p:cNvSpPr txBox="1">
            <a:spLocks noGrp="1"/>
          </p:cNvSpPr>
          <p:nvPr>
            <p:ph type="ftr" sz="quarter" idx="11"/>
          </p:nvPr>
        </p:nvSpPr>
        <p:spPr>
          <a:xfrm>
            <a:off x="2209800" y="6248400"/>
            <a:ext cx="3505200" cy="457200"/>
          </a:xfrm>
        </p:spPr>
        <p:txBody>
          <a:bodyPr/>
          <a:lstStyle>
            <a:lvl1pPr>
              <a:defRPr/>
            </a:lvl1pPr>
          </a:lstStyle>
          <a:p>
            <a:pPr>
              <a:defRPr/>
            </a:pPr>
            <a:endParaRPr/>
          </a:p>
        </p:txBody>
      </p:sp>
      <p:sp>
        <p:nvSpPr>
          <p:cNvPr id="7" name="Slide Number Placeholder 6"/>
          <p:cNvSpPr txBox="1">
            <a:spLocks noGrp="1"/>
          </p:cNvSpPr>
          <p:nvPr>
            <p:ph type="sldNum" sz="quarter" idx="12"/>
          </p:nvPr>
        </p:nvSpPr>
        <p:spPr>
          <a:xfrm>
            <a:off x="6248400" y="6248400"/>
            <a:ext cx="1524000" cy="457200"/>
          </a:xfrm>
        </p:spPr>
        <p:txBody>
          <a:bodyPr/>
          <a:lstStyle>
            <a:lvl1pPr>
              <a:defRPr smtClean="0"/>
            </a:lvl1pPr>
          </a:lstStyle>
          <a:p>
            <a:pPr>
              <a:defRPr/>
            </a:pPr>
            <a:fld id="{5B0A7EFC-1D2E-44DB-836F-224D97E6EB58}" type="slidenum">
              <a:rPr lang="en-US" altLang="en-US"/>
              <a:pPr>
                <a:defRPr/>
              </a:pPr>
              <a:t>‹#›</a:t>
            </a:fld>
            <a:endParaRPr lang="en-US" altLang="en-US"/>
          </a:p>
        </p:txBody>
      </p:sp>
    </p:spTree>
    <p:extLst>
      <p:ext uri="{BB962C8B-B14F-4D97-AF65-F5344CB8AC3E}">
        <p14:creationId xmlns:p14="http://schemas.microsoft.com/office/powerpoint/2010/main" val="1282581459"/>
      </p:ext>
    </p:extLst>
  </p:cSld>
  <p:clrMapOvr>
    <a:masterClrMapping/>
  </p:clrMapOvr>
  <p:transition/>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a:defRPr/>
            </a:pPr>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a:defRPr/>
            </a:pPr>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pPr>
              <a:defRPr/>
            </a:pPr>
            <a:fld id="{F07FA0BB-922F-42CE-BEDD-E3F94A95F0B0}" type="slidenum">
              <a:rPr lang="en-US" altLang="en-US" smtClean="0"/>
              <a:pPr>
                <a:defRPr/>
              </a:pPr>
              <a:t>‹#›</a:t>
            </a:fld>
            <a:endParaRPr lang="en-US" altLang="en-US"/>
          </a:p>
        </p:txBody>
      </p:sp>
    </p:spTree>
    <p:extLst>
      <p:ext uri="{BB962C8B-B14F-4D97-AF65-F5344CB8AC3E}">
        <p14:creationId xmlns:p14="http://schemas.microsoft.com/office/powerpoint/2010/main" val="1521919445"/>
      </p:ext>
    </p:extLst>
  </p:cSld>
  <p:clrMap bg1="dk1" tx1="lt1" bg2="dk2" tx2="lt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jpeg"/></Relationships>
</file>

<file path=ppt/slides/_rels/slide28.xml.rels><?xml version='1.0' encoding='UTF-8' standalone='yes'?>
<Relationships xmlns="http://schemas.openxmlformats.org/package/2006/relationships"><Relationship Id="rId1" Type="http://schemas.openxmlformats.org/officeDocument/2006/relationships/video" Target="https://www.youtube.com/embed/U3hqKDHzYWc" TargetMode="External"/><Relationship Id="rId2" Type="http://schemas.openxmlformats.org/officeDocument/2006/relationships/slideLayout" Target="../slideLayouts/slideLayout6.xml"/><Relationship Id="rId3" Type="http://schemas.openxmlformats.org/officeDocument/2006/relationships/notesSlide" Target="../notesSlides/notesSlide7.xml"/><Relationship Id="rId4" Type="http://schemas.openxmlformats.org/officeDocument/2006/relationships/image" Target="../media/image7.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jpeg"/><Relationship Id="rId3" Type="http://schemas.openxmlformats.org/officeDocument/2006/relationships/image" Target="../media/image1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0.jpeg"/><Relationship Id="rId4" Type="http://schemas.openxmlformats.org/officeDocument/2006/relationships/image" Target="../media/image21.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2.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0.jpeg"/><Relationship Id="rId4" Type="http://schemas.openxmlformats.org/officeDocument/2006/relationships/image" Target="../media/image21.jpeg"/></Relationships>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eaLnBrk="1" fontAlgn="auto" hangingPunct="1">
              <a:spcBef>
                <a:spcPts val="0"/>
              </a:spcBef>
              <a:spcAft>
                <a:spcPts val="0"/>
              </a:spcAft>
              <a:defRPr/>
            </a:pPr>
            <a:r>
              <a:rPr dirty="0"/>
              <a:t>Footbinding</a:t>
            </a:r>
          </a:p>
        </p:txBody>
      </p:sp>
      <p:sp>
        <p:nvSpPr>
          <p:cNvPr id="34819" name="Text Placeholder 7"/>
          <p:cNvSpPr txBox="1">
            <a:spLocks noGrp="1"/>
          </p:cNvSpPr>
          <p:nvPr>
            <p:ph type="body" idx="1"/>
          </p:nvPr>
        </p:nvSpPr>
        <p:spPr/>
        <p:txBody>
          <a:bodyPr/>
          <a:lstStyle/>
          <a:p>
            <a:pPr eaLnBrk="1" hangingPunct="1"/>
            <a:r>
              <a:rPr altLang="en-US">
                <a:latin typeface="Garamond" panose="02020404030301010803" pitchFamily="18" charset="0"/>
              </a:rPr>
              <a:t>A National Fetish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3"/>
          <p:cNvSpPr txBox="1">
            <a:spLocks noGrp="1"/>
          </p:cNvSpPr>
          <p:nvPr>
            <p:ph type="title"/>
          </p:nvPr>
        </p:nvSpPr>
        <p:spPr/>
        <p:txBody>
          <a:bodyPr/>
          <a:lstStyle/>
          <a:p>
            <a:pPr eaLnBrk="1" hangingPunct="1"/>
            <a:r>
              <a:rPr altLang="en-US">
                <a:latin typeface="Garamond" panose="02020404030301010803" pitchFamily="18" charset="0"/>
              </a:rPr>
              <a:t>Footbinding</a:t>
            </a:r>
          </a:p>
        </p:txBody>
      </p:sp>
      <p:sp>
        <p:nvSpPr>
          <p:cNvPr id="35843" name="Content Placeholder 5"/>
          <p:cNvSpPr txBox="1">
            <a:spLocks noGrp="1"/>
          </p:cNvSpPr>
          <p:nvPr>
            <p:ph sz="half" idx="1"/>
          </p:nvPr>
        </p:nvSpPr>
        <p:spPr/>
        <p:txBody>
          <a:bodyPr/>
          <a:lstStyle/>
          <a:p>
            <a:pPr eaLnBrk="1" hangingPunct="1"/>
            <a:r>
              <a:rPr altLang="en-US">
                <a:latin typeface="Garamond" panose="02020404030301010803" pitchFamily="18" charset="0"/>
              </a:rPr>
              <a:t>“Golden Lotus” – A three inch foot</a:t>
            </a:r>
          </a:p>
          <a:p>
            <a:pPr eaLnBrk="1" hangingPunct="1"/>
            <a:r>
              <a:rPr altLang="en-US">
                <a:latin typeface="Garamond" panose="02020404030301010803" pitchFamily="18" charset="0"/>
              </a:rPr>
              <a:t>Process begins from ages 5 – 7</a:t>
            </a:r>
          </a:p>
          <a:p>
            <a:pPr eaLnBrk="1" hangingPunct="1"/>
            <a:r>
              <a:rPr altLang="en-US">
                <a:latin typeface="Garamond" panose="02020404030301010803" pitchFamily="18" charset="0"/>
              </a:rPr>
              <a:t>Two year process</a:t>
            </a:r>
          </a:p>
          <a:p>
            <a:pPr eaLnBrk="1" hangingPunct="1"/>
            <a:r>
              <a:rPr altLang="en-US">
                <a:latin typeface="Garamond" panose="02020404030301010803" pitchFamily="18" charset="0"/>
              </a:rPr>
              <a:t>Risk of Sepsis and Death</a:t>
            </a:r>
          </a:p>
          <a:p>
            <a:pPr eaLnBrk="1" hangingPunct="1"/>
            <a:r>
              <a:rPr altLang="en-US">
                <a:latin typeface="Garamond" panose="02020404030301010803" pitchFamily="18" charset="0"/>
              </a:rPr>
              <a:t>Upward Marriage and the sexualization of the foot</a:t>
            </a:r>
          </a:p>
          <a:p>
            <a:pPr eaLnBrk="1" hangingPunct="1"/>
            <a:endParaRPr altLang="en-US">
              <a:latin typeface="Garamond" panose="02020404030301010803" pitchFamily="18" charset="0"/>
            </a:endParaRPr>
          </a:p>
        </p:txBody>
      </p:sp>
      <p:pic>
        <p:nvPicPr>
          <p:cNvPr id="35844" name="Content Placeholder 7" descr="lotus-bud1.jpg"/>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241800" y="2152023"/>
            <a:ext cx="3298825" cy="4008105"/>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4"/>
          <p:cNvSpPr txBox="1">
            <a:spLocks noGrp="1"/>
          </p:cNvSpPr>
          <p:nvPr>
            <p:ph type="title"/>
          </p:nvPr>
        </p:nvSpPr>
        <p:spPr/>
        <p:txBody>
          <a:bodyPr/>
          <a:lstStyle/>
          <a:p>
            <a:pPr eaLnBrk="1" hangingPunct="1"/>
            <a:r>
              <a:rPr altLang="en-US">
                <a:latin typeface="Garamond" panose="02020404030301010803" pitchFamily="18" charset="0"/>
              </a:rPr>
              <a:t>In Her Own Words</a:t>
            </a:r>
          </a:p>
        </p:txBody>
      </p:sp>
      <p:pic>
        <p:nvPicPr>
          <p:cNvPr id="2" name="Online Media 1" title="Chinese Footbinding &amp;quot;In Her Own Words&amp;quot;">
            <a:hlinkClick r:id="" action="ppaction://media"/>
            <a:extLst>
              <a:ext uri="{FF2B5EF4-FFF2-40B4-BE49-F238E27FC236}">
                <a16:creationId xmlns:a16="http://schemas.microsoft.com/office/drawing/2014/main" id="{DB119794-D017-4CCF-911A-526E43ED573D}"/>
              </a:ext>
            </a:extLst>
          </p:cNvPr>
          <p:cNvPicPr>
            <a:picLocks noRot="1" noChangeAspect="1"/>
          </p:cNvPicPr>
          <p:nvPr>
            <a:videoFile r:link="rId1"/>
          </p:nvPr>
        </p:nvPicPr>
        <p:blipFill>
          <a:blip r:embed="rId4"/>
          <a:stretch>
            <a:fillRect/>
          </a:stretch>
        </p:blipFill>
        <p:spPr>
          <a:xfrm>
            <a:off x="711200" y="1752600"/>
            <a:ext cx="7721600" cy="4343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txBox="1">
            <a:spLocks noGrp="1"/>
          </p:cNvSpPr>
          <p:nvPr>
            <p:ph type="title"/>
          </p:nvPr>
        </p:nvSpPr>
        <p:spPr/>
        <p:txBody>
          <a:bodyPr/>
          <a:lstStyle/>
          <a:p>
            <a:pPr eaLnBrk="1" hangingPunct="1"/>
            <a:r>
              <a:rPr altLang="en-US">
                <a:latin typeface="Garamond" panose="02020404030301010803" pitchFamily="18" charset="0"/>
              </a:rPr>
              <a:t>Origins </a:t>
            </a:r>
          </a:p>
        </p:txBody>
      </p:sp>
      <p:sp>
        <p:nvSpPr>
          <p:cNvPr id="38915" name="Content Placeholder 2"/>
          <p:cNvSpPr txBox="1">
            <a:spLocks noGrp="1"/>
          </p:cNvSpPr>
          <p:nvPr>
            <p:ph sz="half" idx="1"/>
          </p:nvPr>
        </p:nvSpPr>
        <p:spPr>
          <a:xfrm>
            <a:off x="457200" y="1773238"/>
            <a:ext cx="4953000" cy="4624387"/>
          </a:xfrm>
        </p:spPr>
        <p:txBody>
          <a:bodyPr/>
          <a:lstStyle/>
          <a:p>
            <a:pPr eaLnBrk="1" hangingPunct="1"/>
            <a:r>
              <a:rPr altLang="en-US">
                <a:latin typeface="Garamond" panose="02020404030301010803" pitchFamily="18" charset="0"/>
              </a:rPr>
              <a:t>Origins lost to history</a:t>
            </a:r>
          </a:p>
          <a:p>
            <a:pPr eaLnBrk="1" hangingPunct="1"/>
            <a:r>
              <a:rPr altLang="en-US">
                <a:latin typeface="Garamond" panose="02020404030301010803" pitchFamily="18" charset="0"/>
              </a:rPr>
              <a:t>Only legends remain</a:t>
            </a:r>
          </a:p>
          <a:p>
            <a:pPr lvl="1" eaLnBrk="1" hangingPunct="1"/>
            <a:r>
              <a:rPr altLang="en-US">
                <a:latin typeface="Garamond" panose="02020404030301010803" pitchFamily="18" charset="0"/>
              </a:rPr>
              <a:t>Fox Fairy (Xia)</a:t>
            </a:r>
          </a:p>
          <a:p>
            <a:pPr lvl="1" eaLnBrk="1" hangingPunct="1"/>
            <a:r>
              <a:rPr altLang="en-US">
                <a:latin typeface="Garamond" panose="02020404030301010803" pitchFamily="18" charset="0"/>
              </a:rPr>
              <a:t>Yang Guifei (Tang)</a:t>
            </a:r>
          </a:p>
          <a:p>
            <a:pPr lvl="1" eaLnBrk="1" hangingPunct="1"/>
            <a:r>
              <a:rPr altLang="en-US">
                <a:latin typeface="Garamond" panose="02020404030301010803" pitchFamily="18" charset="0"/>
              </a:rPr>
              <a:t>Yao Niang (Five Dynasties)</a:t>
            </a:r>
          </a:p>
          <a:p>
            <a:pPr eaLnBrk="1" hangingPunct="1"/>
            <a:r>
              <a:rPr altLang="en-US">
                <a:latin typeface="Garamond" panose="02020404030301010803" pitchFamily="18" charset="0"/>
              </a:rPr>
              <a:t>Literature and paintings indicate practice is widespread by the Northern Song</a:t>
            </a:r>
          </a:p>
          <a:p>
            <a:pPr eaLnBrk="1" hangingPunct="1"/>
            <a:endParaRPr altLang="en-US">
              <a:latin typeface="Garamond" panose="02020404030301010803" pitchFamily="18" charset="0"/>
            </a:endParaRPr>
          </a:p>
        </p:txBody>
      </p:sp>
      <p:pic>
        <p:nvPicPr>
          <p:cNvPr id="38916" name="Content Placeholder 6" descr="yao niang binds her feet0001.jpg"/>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715000" y="1524000"/>
            <a:ext cx="3032125" cy="4624388"/>
          </a:xfrm>
        </p:spPr>
      </p:pic>
      <p:sp>
        <p:nvSpPr>
          <p:cNvPr id="38917" name="TextBox 7"/>
          <p:cNvSpPr txBox="1">
            <a:spLocks noChangeArrowheads="1"/>
          </p:cNvSpPr>
          <p:nvPr/>
        </p:nvSpPr>
        <p:spPr bwMode="auto">
          <a:xfrm>
            <a:off x="5715000" y="6172200"/>
            <a:ext cx="3276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800"/>
              </a:spcBef>
              <a:buSzPct val="100000"/>
              <a:buChar char="•"/>
              <a:defRPr sz="3200">
                <a:solidFill>
                  <a:srgbClr val="674517"/>
                </a:solidFill>
                <a:latin typeface="Garamond" panose="02020404030301010803" pitchFamily="18" charset="0"/>
              </a:defRPr>
            </a:lvl1pPr>
            <a:lvl2pPr marL="742950" indent="-285750">
              <a:spcBef>
                <a:spcPts val="700"/>
              </a:spcBef>
              <a:buSzPct val="100000"/>
              <a:buChar char="–"/>
              <a:defRPr sz="2800">
                <a:solidFill>
                  <a:srgbClr val="674517"/>
                </a:solidFill>
                <a:latin typeface="Garamond" panose="02020404030301010803" pitchFamily="18" charset="0"/>
              </a:defRPr>
            </a:lvl2pPr>
            <a:lvl3pPr marL="1143000" indent="-228600">
              <a:spcBef>
                <a:spcPts val="600"/>
              </a:spcBef>
              <a:buSzPct val="100000"/>
              <a:buChar char="•"/>
              <a:defRPr sz="2400">
                <a:solidFill>
                  <a:srgbClr val="674517"/>
                </a:solidFill>
                <a:latin typeface="Garamond" panose="02020404030301010803" pitchFamily="18" charset="0"/>
              </a:defRPr>
            </a:lvl3pPr>
            <a:lvl4pPr marL="1600200" indent="-228600">
              <a:spcBef>
                <a:spcPts val="500"/>
              </a:spcBef>
              <a:buSzPct val="100000"/>
              <a:buChar char="–"/>
              <a:defRPr sz="2000">
                <a:solidFill>
                  <a:srgbClr val="674517"/>
                </a:solidFill>
                <a:latin typeface="Garamond" panose="02020404030301010803" pitchFamily="18" charset="0"/>
              </a:defRPr>
            </a:lvl4pPr>
            <a:lvl5pPr marL="2057400" indent="-228600">
              <a:spcBef>
                <a:spcPts val="500"/>
              </a:spcBef>
              <a:buSzPct val="100000"/>
              <a:buChar char="»"/>
              <a:defRPr sz="2000">
                <a:solidFill>
                  <a:srgbClr val="674517"/>
                </a:solidFill>
                <a:latin typeface="Garamond" panose="02020404030301010803" pitchFamily="18" charset="0"/>
              </a:defRPr>
            </a:lvl5pPr>
            <a:lvl6pPr marL="25146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6pPr>
            <a:lvl7pPr marL="29718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7pPr>
            <a:lvl8pPr marL="34290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8pPr>
            <a:lvl9pPr marL="38862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9pPr>
          </a:lstStyle>
          <a:p>
            <a:pPr eaLnBrk="1" hangingPunct="1">
              <a:spcBef>
                <a:spcPct val="0"/>
              </a:spcBef>
              <a:buSzTx/>
              <a:buFontTx/>
              <a:buNone/>
            </a:pPr>
            <a:r>
              <a:rPr lang="en-US" altLang="en-US" sz="2000">
                <a:solidFill>
                  <a:schemeClr val="tx1"/>
                </a:solidFill>
                <a:latin typeface="Calibri" panose="020F0502020204030204" pitchFamily="34" charset="0"/>
              </a:rPr>
              <a:t>Yao Niang Binds her Feet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txBox="1">
            <a:spLocks noGrp="1"/>
          </p:cNvSpPr>
          <p:nvPr>
            <p:ph type="title"/>
          </p:nvPr>
        </p:nvSpPr>
        <p:spPr>
          <a:xfrm>
            <a:off x="457200" y="274638"/>
            <a:ext cx="4038600" cy="1143000"/>
          </a:xfrm>
        </p:spPr>
        <p:txBody>
          <a:bodyPr/>
          <a:lstStyle/>
          <a:p>
            <a:pPr algn="l" eaLnBrk="1" hangingPunct="1"/>
            <a:r>
              <a:rPr altLang="en-US">
                <a:latin typeface="Garamond" panose="02020404030301010803" pitchFamily="18" charset="0"/>
              </a:rPr>
              <a:t>History</a:t>
            </a:r>
          </a:p>
        </p:txBody>
      </p:sp>
      <p:sp>
        <p:nvSpPr>
          <p:cNvPr id="39939" name="Content Placeholder 2"/>
          <p:cNvSpPr txBox="1">
            <a:spLocks noGrp="1"/>
          </p:cNvSpPr>
          <p:nvPr>
            <p:ph sz="half" idx="1"/>
          </p:nvPr>
        </p:nvSpPr>
        <p:spPr>
          <a:xfrm>
            <a:off x="381000" y="1600200"/>
            <a:ext cx="8458200" cy="4800600"/>
          </a:xfrm>
        </p:spPr>
        <p:txBody>
          <a:bodyPr/>
          <a:lstStyle/>
          <a:p>
            <a:pPr eaLnBrk="1" hangingPunct="1"/>
            <a:r>
              <a:rPr altLang="en-US">
                <a:latin typeface="Garamond" panose="02020404030301010803" pitchFamily="18" charset="0"/>
              </a:rPr>
              <a:t>By Ming dynasty, spreads </a:t>
            </a:r>
          </a:p>
          <a:p>
            <a:pPr eaLnBrk="1" hangingPunct="1">
              <a:buFontTx/>
              <a:buNone/>
            </a:pPr>
            <a:r>
              <a:rPr altLang="en-US">
                <a:latin typeface="Garamond" panose="02020404030301010803" pitchFamily="18" charset="0"/>
              </a:rPr>
              <a:t>	throughout China</a:t>
            </a:r>
          </a:p>
          <a:p>
            <a:pPr lvl="1" eaLnBrk="1" hangingPunct="1"/>
            <a:r>
              <a:rPr altLang="en-US">
                <a:latin typeface="Garamond" panose="02020404030301010803" pitchFamily="18" charset="0"/>
              </a:rPr>
              <a:t>Measurement of beauty </a:t>
            </a:r>
          </a:p>
          <a:p>
            <a:pPr lvl="1" eaLnBrk="1" hangingPunct="1">
              <a:buFontTx/>
              <a:buNone/>
            </a:pPr>
            <a:r>
              <a:rPr altLang="en-US">
                <a:latin typeface="Garamond" panose="02020404030301010803" pitchFamily="18" charset="0"/>
              </a:rPr>
              <a:t>	and status symbol</a:t>
            </a:r>
          </a:p>
          <a:p>
            <a:pPr lvl="1" eaLnBrk="1" hangingPunct="1"/>
            <a:r>
              <a:rPr altLang="en-US">
                <a:latin typeface="Garamond" panose="02020404030301010803" pitchFamily="18" charset="0"/>
              </a:rPr>
              <a:t>Marker of hierarchy</a:t>
            </a:r>
          </a:p>
          <a:p>
            <a:pPr lvl="1" eaLnBrk="1" hangingPunct="1"/>
            <a:r>
              <a:rPr altLang="en-US">
                <a:latin typeface="Garamond" panose="02020404030301010803" pitchFamily="18" charset="0"/>
              </a:rPr>
              <a:t>Chance for upward marriage</a:t>
            </a:r>
          </a:p>
          <a:p>
            <a:pPr eaLnBrk="1" hangingPunct="1"/>
            <a:r>
              <a:rPr altLang="en-US">
                <a:latin typeface="Garamond" panose="02020404030301010803" pitchFamily="18" charset="0"/>
              </a:rPr>
              <a:t>By the end of the dynasty, custom spread to lower class women</a:t>
            </a:r>
          </a:p>
          <a:p>
            <a:pPr eaLnBrk="1" hangingPunct="1"/>
            <a:r>
              <a:rPr altLang="en-US">
                <a:latin typeface="Garamond" panose="02020404030301010803" pitchFamily="18" charset="0"/>
              </a:rPr>
              <a:t>Essentially a Han practice</a:t>
            </a:r>
          </a:p>
          <a:p>
            <a:pPr lvl="1" eaLnBrk="1" hangingPunct="1"/>
            <a:r>
              <a:rPr altLang="en-US">
                <a:latin typeface="Garamond" panose="02020404030301010803" pitchFamily="18" charset="0"/>
              </a:rPr>
              <a:t>Hakka and other minorities did not bind feet</a:t>
            </a:r>
          </a:p>
          <a:p>
            <a:pPr lvl="1" eaLnBrk="1" hangingPunct="1"/>
            <a:endParaRPr altLang="en-US">
              <a:latin typeface="Garamond" panose="02020404030301010803" pitchFamily="18" charset="0"/>
            </a:endParaRPr>
          </a:p>
          <a:p>
            <a:pPr eaLnBrk="1" hangingPunct="1">
              <a:buFontTx/>
              <a:buNone/>
            </a:pPr>
            <a:endParaRPr altLang="en-US">
              <a:latin typeface="Garamond" panose="02020404030301010803" pitchFamily="18" charset="0"/>
            </a:endParaRPr>
          </a:p>
        </p:txBody>
      </p:sp>
      <p:pic>
        <p:nvPicPr>
          <p:cNvPr id="39940" name="Content Placeholder 4" descr="lotus_shoes0001.jpg"/>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24400" y="457200"/>
            <a:ext cx="4038600" cy="3222625"/>
          </a:xfrm>
        </p:spPr>
      </p:pic>
      <p:sp>
        <p:nvSpPr>
          <p:cNvPr id="39941" name="Content Placeholder 2"/>
          <p:cNvSpPr txBox="1">
            <a:spLocks/>
          </p:cNvSpPr>
          <p:nvPr/>
        </p:nvSpPr>
        <p:spPr bwMode="auto">
          <a:xfrm>
            <a:off x="457200" y="4038600"/>
            <a:ext cx="8305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91440"/>
          <a:lstStyle>
            <a:lvl1pPr marL="438150" indent="-319088">
              <a:spcBef>
                <a:spcPts val="800"/>
              </a:spcBef>
              <a:buSzPct val="100000"/>
              <a:buChar char="•"/>
              <a:defRPr sz="3200">
                <a:solidFill>
                  <a:srgbClr val="674517"/>
                </a:solidFill>
                <a:latin typeface="Garamond" panose="02020404030301010803" pitchFamily="18" charset="0"/>
              </a:defRPr>
            </a:lvl1pPr>
            <a:lvl2pPr marL="742950" indent="-285750">
              <a:spcBef>
                <a:spcPts val="700"/>
              </a:spcBef>
              <a:buSzPct val="100000"/>
              <a:buChar char="–"/>
              <a:defRPr sz="2800">
                <a:solidFill>
                  <a:srgbClr val="674517"/>
                </a:solidFill>
                <a:latin typeface="Garamond" panose="02020404030301010803" pitchFamily="18" charset="0"/>
              </a:defRPr>
            </a:lvl2pPr>
            <a:lvl3pPr marL="1143000" indent="-228600">
              <a:spcBef>
                <a:spcPts val="600"/>
              </a:spcBef>
              <a:buSzPct val="100000"/>
              <a:buChar char="•"/>
              <a:defRPr sz="2400">
                <a:solidFill>
                  <a:srgbClr val="674517"/>
                </a:solidFill>
                <a:latin typeface="Garamond" panose="02020404030301010803" pitchFamily="18" charset="0"/>
              </a:defRPr>
            </a:lvl3pPr>
            <a:lvl4pPr marL="1600200" indent="-228600">
              <a:spcBef>
                <a:spcPts val="500"/>
              </a:spcBef>
              <a:buSzPct val="100000"/>
              <a:buChar char="–"/>
              <a:defRPr sz="2000">
                <a:solidFill>
                  <a:srgbClr val="674517"/>
                </a:solidFill>
                <a:latin typeface="Garamond" panose="02020404030301010803" pitchFamily="18" charset="0"/>
              </a:defRPr>
            </a:lvl4pPr>
            <a:lvl5pPr marL="2057400" indent="-228600">
              <a:spcBef>
                <a:spcPts val="500"/>
              </a:spcBef>
              <a:buSzPct val="100000"/>
              <a:buChar char="»"/>
              <a:defRPr sz="2000">
                <a:solidFill>
                  <a:srgbClr val="674517"/>
                </a:solidFill>
                <a:latin typeface="Garamond" panose="02020404030301010803" pitchFamily="18" charset="0"/>
              </a:defRPr>
            </a:lvl5pPr>
            <a:lvl6pPr marL="25146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6pPr>
            <a:lvl7pPr marL="29718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7pPr>
            <a:lvl8pPr marL="34290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8pPr>
            <a:lvl9pPr marL="38862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9pPr>
          </a:lstStyle>
          <a:p>
            <a:pPr eaLnBrk="1" hangingPunct="1">
              <a:spcBef>
                <a:spcPct val="0"/>
              </a:spcBef>
              <a:buClr>
                <a:schemeClr val="accent1"/>
              </a:buClr>
              <a:buSzPct val="80000"/>
              <a:buFont typeface="Wingdings 2" panose="05020102010507070707" pitchFamily="18" charset="2"/>
              <a:buNone/>
            </a:pPr>
            <a:endParaRPr lang="en-US" altLang="en-US" sz="2800">
              <a:solidFill>
                <a:schemeClr val="tx1"/>
              </a:solidFill>
              <a:latin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txBox="1">
            <a:spLocks noGrp="1"/>
          </p:cNvSpPr>
          <p:nvPr>
            <p:ph type="title"/>
          </p:nvPr>
        </p:nvSpPr>
        <p:spPr/>
        <p:txBody>
          <a:bodyPr/>
          <a:lstStyle/>
          <a:p>
            <a:pPr eaLnBrk="1" hangingPunct="1"/>
            <a:r>
              <a:rPr altLang="en-US">
                <a:latin typeface="Garamond" panose="02020404030301010803" pitchFamily="18" charset="0"/>
              </a:rPr>
              <a:t>Footbinding and the Qing Dynasty</a:t>
            </a:r>
          </a:p>
        </p:txBody>
      </p:sp>
      <p:sp>
        <p:nvSpPr>
          <p:cNvPr id="40963" name="Content Placeholder 2"/>
          <p:cNvSpPr txBox="1">
            <a:spLocks noGrp="1"/>
          </p:cNvSpPr>
          <p:nvPr>
            <p:ph sz="half" idx="1"/>
          </p:nvPr>
        </p:nvSpPr>
        <p:spPr>
          <a:xfrm>
            <a:off x="228600" y="1752600"/>
            <a:ext cx="4343400" cy="4624388"/>
          </a:xfrm>
        </p:spPr>
        <p:txBody>
          <a:bodyPr/>
          <a:lstStyle/>
          <a:p>
            <a:pPr eaLnBrk="1" hangingPunct="1"/>
            <a:r>
              <a:rPr altLang="en-US">
                <a:latin typeface="Garamond" panose="02020404030301010803" pitchFamily="18" charset="0"/>
              </a:rPr>
              <a:t>Qing (Manchu) Dynasty bans footbinding</a:t>
            </a:r>
          </a:p>
          <a:p>
            <a:pPr lvl="1" eaLnBrk="1" hangingPunct="1"/>
            <a:r>
              <a:rPr altLang="en-US">
                <a:latin typeface="Garamond" panose="02020404030301010803" pitchFamily="18" charset="0"/>
              </a:rPr>
              <a:t>Like the queue, attempt to force assimilation into Manchu culture</a:t>
            </a:r>
          </a:p>
          <a:p>
            <a:pPr lvl="1" eaLnBrk="1" hangingPunct="1"/>
            <a:r>
              <a:rPr altLang="en-US">
                <a:latin typeface="Garamond" panose="02020404030301010803" pitchFamily="18" charset="0"/>
              </a:rPr>
              <a:t>Ban fails among Han Women</a:t>
            </a:r>
          </a:p>
          <a:p>
            <a:pPr eaLnBrk="1" hangingPunct="1"/>
            <a:r>
              <a:rPr altLang="en-US">
                <a:latin typeface="Garamond" panose="02020404030301010803" pitchFamily="18" charset="0"/>
              </a:rPr>
              <a:t>Manchu women attempt to mimic “Lotus gait” with special shoes</a:t>
            </a:r>
          </a:p>
          <a:p>
            <a:pPr lvl="1" eaLnBrk="1" hangingPunct="1"/>
            <a:endParaRPr altLang="en-US">
              <a:latin typeface="Garamond" panose="02020404030301010803" pitchFamily="18" charset="0"/>
            </a:endParaRPr>
          </a:p>
        </p:txBody>
      </p:sp>
      <p:pic>
        <p:nvPicPr>
          <p:cNvPr id="40964" name="Content Placeholder 4" descr="lotus_shoes (Manchu Shoes to mimick lotus gait).jpg"/>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495800" y="1905000"/>
            <a:ext cx="4443413" cy="2600325"/>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
          <p:cNvSpPr txBox="1">
            <a:spLocks noGrp="1"/>
          </p:cNvSpPr>
          <p:nvPr>
            <p:ph type="title"/>
          </p:nvPr>
        </p:nvSpPr>
        <p:spPr/>
        <p:txBody>
          <a:bodyPr/>
          <a:lstStyle/>
          <a:p>
            <a:pPr eaLnBrk="1" hangingPunct="1"/>
            <a:r>
              <a:rPr altLang="en-US">
                <a:latin typeface="Garamond" panose="02020404030301010803" pitchFamily="18" charset="0"/>
              </a:rPr>
              <a:t>Manchu Women</a:t>
            </a:r>
          </a:p>
        </p:txBody>
      </p:sp>
      <p:sp>
        <p:nvSpPr>
          <p:cNvPr id="41987" name="Text Placeholder 5"/>
          <p:cNvSpPr txBox="1">
            <a:spLocks noGrp="1"/>
          </p:cNvSpPr>
          <p:nvPr>
            <p:ph type="body" idx="1"/>
          </p:nvPr>
        </p:nvSpPr>
        <p:spPr/>
        <p:txBody>
          <a:bodyPr/>
          <a:lstStyle/>
          <a:p>
            <a:pPr eaLnBrk="1" hangingPunct="1"/>
            <a:endParaRPr altLang="en-US">
              <a:latin typeface="Garamond" panose="02020404030301010803" pitchFamily="18" charset="0"/>
            </a:endParaRPr>
          </a:p>
        </p:txBody>
      </p:sp>
      <p:pic>
        <p:nvPicPr>
          <p:cNvPr id="41988" name="Content Placeholder 10" descr="manchu woman (unbound) with  Han (bound) servants1.jpg"/>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81000" y="1600200"/>
            <a:ext cx="4343400" cy="4637088"/>
          </a:xfrm>
        </p:spPr>
      </p:pic>
      <p:pic>
        <p:nvPicPr>
          <p:cNvPr id="41989" name="Content Placeholder 9" descr="manchu woman, shoes to mimic lotus gait.jpg"/>
          <p:cNvPicPr>
            <a:picLocks noGrp="1" noChangeAspect="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5181600" y="1651000"/>
            <a:ext cx="3352800" cy="4814888"/>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txBox="1">
            <a:spLocks noGrp="1"/>
          </p:cNvSpPr>
          <p:nvPr>
            <p:ph type="title"/>
          </p:nvPr>
        </p:nvSpPr>
        <p:spPr/>
        <p:txBody>
          <a:bodyPr/>
          <a:lstStyle/>
          <a:p>
            <a:pPr eaLnBrk="1" hangingPunct="1"/>
            <a:r>
              <a:rPr altLang="en-US">
                <a:latin typeface="Garamond" panose="02020404030301010803" pitchFamily="18" charset="0"/>
              </a:rPr>
              <a:t>A National Fetish</a:t>
            </a:r>
          </a:p>
        </p:txBody>
      </p:sp>
      <p:sp>
        <p:nvSpPr>
          <p:cNvPr id="6" name="Content Placeholder 5"/>
          <p:cNvSpPr>
            <a:spLocks noGrp="1"/>
          </p:cNvSpPr>
          <p:nvPr>
            <p:ph sz="half" idx="1"/>
          </p:nvPr>
        </p:nvSpPr>
        <p:spPr>
          <a:xfrm>
            <a:off x="152400" y="1752600"/>
            <a:ext cx="5638800" cy="4856163"/>
          </a:xfrm>
        </p:spPr>
        <p:txBody>
          <a:bodyPr>
            <a:normAutofit/>
          </a:bodyPr>
          <a:lstStyle/>
          <a:p>
            <a:pPr eaLnBrk="1" fontAlgn="auto" hangingPunct="1">
              <a:spcAft>
                <a:spcPts val="0"/>
              </a:spcAft>
              <a:defRPr/>
            </a:pPr>
            <a:r>
              <a:rPr dirty="0"/>
              <a:t>Linkage to marriage and </a:t>
            </a:r>
          </a:p>
          <a:p>
            <a:pPr eaLnBrk="1" fontAlgn="auto" hangingPunct="1">
              <a:spcAft>
                <a:spcPts val="0"/>
              </a:spcAft>
              <a:buFontTx/>
              <a:buNone/>
              <a:defRPr/>
            </a:pPr>
            <a:r>
              <a:rPr dirty="0"/>
              <a:t>	male sexuality accounts for </a:t>
            </a:r>
          </a:p>
          <a:p>
            <a:pPr eaLnBrk="1" fontAlgn="auto" hangingPunct="1">
              <a:spcAft>
                <a:spcPts val="0"/>
              </a:spcAft>
              <a:buFontTx/>
              <a:buNone/>
              <a:defRPr/>
            </a:pPr>
            <a:r>
              <a:rPr dirty="0"/>
              <a:t>	longevity</a:t>
            </a:r>
          </a:p>
          <a:p>
            <a:pPr eaLnBrk="1" fontAlgn="auto" hangingPunct="1">
              <a:spcAft>
                <a:spcPts val="0"/>
              </a:spcAft>
              <a:defRPr/>
            </a:pPr>
            <a:r>
              <a:rPr dirty="0"/>
              <a:t>Bindings create taboo</a:t>
            </a:r>
          </a:p>
          <a:p>
            <a:pPr eaLnBrk="1" fontAlgn="auto" hangingPunct="1">
              <a:spcAft>
                <a:spcPts val="0"/>
              </a:spcAft>
              <a:defRPr/>
            </a:pPr>
            <a:r>
              <a:rPr dirty="0"/>
              <a:t>Taboo sexualizes foot</a:t>
            </a:r>
          </a:p>
          <a:p>
            <a:pPr lvl="1" eaLnBrk="1" fontAlgn="auto" hangingPunct="1">
              <a:spcAft>
                <a:spcPts val="0"/>
              </a:spcAft>
              <a:defRPr/>
            </a:pPr>
            <a:r>
              <a:rPr dirty="0"/>
              <a:t>Parallel to female breast in </a:t>
            </a:r>
          </a:p>
          <a:p>
            <a:pPr lvl="1" eaLnBrk="1" fontAlgn="auto" hangingPunct="1">
              <a:spcAft>
                <a:spcPts val="0"/>
              </a:spcAft>
              <a:buFontTx/>
              <a:buNone/>
              <a:defRPr/>
            </a:pPr>
            <a:r>
              <a:rPr dirty="0"/>
              <a:t>	West</a:t>
            </a:r>
          </a:p>
          <a:p>
            <a:pPr eaLnBrk="1" fontAlgn="auto" hangingPunct="1">
              <a:spcAft>
                <a:spcPts val="0"/>
              </a:spcAft>
              <a:defRPr/>
            </a:pPr>
            <a:r>
              <a:rPr dirty="0"/>
              <a:t>Becomes widespread fetish</a:t>
            </a:r>
          </a:p>
          <a:p>
            <a:pPr lvl="1" eaLnBrk="1" fontAlgn="auto" hangingPunct="1">
              <a:spcAft>
                <a:spcPts val="0"/>
              </a:spcAft>
              <a:defRPr/>
            </a:pPr>
            <a:r>
              <a:rPr dirty="0"/>
              <a:t>Even shoe becomes object of masturbatory fantasy</a:t>
            </a:r>
          </a:p>
          <a:p>
            <a:pPr lvl="1" eaLnBrk="1" fontAlgn="auto" hangingPunct="1">
              <a:spcAft>
                <a:spcPts val="0"/>
              </a:spcAft>
              <a:defRPr/>
            </a:pPr>
            <a:r>
              <a:rPr dirty="0"/>
              <a:t>Unbound foot becomes sex object during intercourse</a:t>
            </a:r>
          </a:p>
        </p:txBody>
      </p:sp>
      <p:pic>
        <p:nvPicPr>
          <p:cNvPr id="44035" name="Content Placeholder 6" descr="lotus_shoes(marriage shoes).jpg"/>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572000" y="1219200"/>
            <a:ext cx="4038600" cy="3487738"/>
          </a:xfrm>
        </p:spPr>
      </p:pic>
      <p:sp>
        <p:nvSpPr>
          <p:cNvPr id="44037" name="TextBox 4"/>
          <p:cNvSpPr txBox="1">
            <a:spLocks noChangeArrowheads="1"/>
          </p:cNvSpPr>
          <p:nvPr/>
        </p:nvSpPr>
        <p:spPr bwMode="auto">
          <a:xfrm>
            <a:off x="6172200" y="5181600"/>
            <a:ext cx="24384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800"/>
              </a:spcBef>
              <a:buSzPct val="100000"/>
              <a:buChar char="•"/>
              <a:defRPr sz="3200">
                <a:solidFill>
                  <a:srgbClr val="674517"/>
                </a:solidFill>
                <a:latin typeface="Garamond" panose="02020404030301010803" pitchFamily="18" charset="0"/>
              </a:defRPr>
            </a:lvl1pPr>
            <a:lvl2pPr marL="742950" indent="-285750">
              <a:spcBef>
                <a:spcPts val="700"/>
              </a:spcBef>
              <a:buSzPct val="100000"/>
              <a:buChar char="–"/>
              <a:defRPr sz="2800">
                <a:solidFill>
                  <a:srgbClr val="674517"/>
                </a:solidFill>
                <a:latin typeface="Garamond" panose="02020404030301010803" pitchFamily="18" charset="0"/>
              </a:defRPr>
            </a:lvl2pPr>
            <a:lvl3pPr marL="1143000" indent="-228600">
              <a:spcBef>
                <a:spcPts val="600"/>
              </a:spcBef>
              <a:buSzPct val="100000"/>
              <a:buChar char="•"/>
              <a:defRPr sz="2400">
                <a:solidFill>
                  <a:srgbClr val="674517"/>
                </a:solidFill>
                <a:latin typeface="Garamond" panose="02020404030301010803" pitchFamily="18" charset="0"/>
              </a:defRPr>
            </a:lvl3pPr>
            <a:lvl4pPr marL="1600200" indent="-228600">
              <a:spcBef>
                <a:spcPts val="500"/>
              </a:spcBef>
              <a:buSzPct val="100000"/>
              <a:buChar char="–"/>
              <a:defRPr sz="2000">
                <a:solidFill>
                  <a:srgbClr val="674517"/>
                </a:solidFill>
                <a:latin typeface="Garamond" panose="02020404030301010803" pitchFamily="18" charset="0"/>
              </a:defRPr>
            </a:lvl4pPr>
            <a:lvl5pPr marL="2057400" indent="-228600">
              <a:spcBef>
                <a:spcPts val="500"/>
              </a:spcBef>
              <a:buSzPct val="100000"/>
              <a:buChar char="»"/>
              <a:defRPr sz="2000">
                <a:solidFill>
                  <a:srgbClr val="674517"/>
                </a:solidFill>
                <a:latin typeface="Garamond" panose="02020404030301010803" pitchFamily="18" charset="0"/>
              </a:defRPr>
            </a:lvl5pPr>
            <a:lvl6pPr marL="25146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6pPr>
            <a:lvl7pPr marL="29718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7pPr>
            <a:lvl8pPr marL="34290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8pPr>
            <a:lvl9pPr marL="3886200" indent="-228600" eaLnBrk="0" fontAlgn="base" hangingPunct="0">
              <a:spcBef>
                <a:spcPts val="500"/>
              </a:spcBef>
              <a:spcAft>
                <a:spcPct val="0"/>
              </a:spcAft>
              <a:buSzPct val="100000"/>
              <a:buChar char="»"/>
              <a:defRPr sz="2000">
                <a:solidFill>
                  <a:srgbClr val="674517"/>
                </a:solidFill>
                <a:latin typeface="Garamond" panose="02020404030301010803" pitchFamily="18" charset="0"/>
              </a:defRPr>
            </a:lvl9pPr>
          </a:lstStyle>
          <a:p>
            <a:pPr eaLnBrk="1" hangingPunct="1">
              <a:spcBef>
                <a:spcPct val="0"/>
              </a:spcBef>
              <a:buSzTx/>
              <a:buFontTx/>
              <a:buNone/>
            </a:pPr>
            <a:r>
              <a:rPr lang="en-US" altLang="en-US" sz="1800">
                <a:solidFill>
                  <a:schemeClr val="tx1"/>
                </a:solidFill>
                <a:latin typeface="Arial" panose="020B0604020202020204" pitchFamily="34" charset="0"/>
              </a:rPr>
              <a:t>“A plain face is given by heaven, but poorly bound feet is a sign of laziness.”</a:t>
            </a:r>
          </a:p>
          <a:p>
            <a:pPr eaLnBrk="1" hangingPunct="1">
              <a:spcBef>
                <a:spcPct val="0"/>
              </a:spcBef>
              <a:buSzTx/>
              <a:buFontTx/>
              <a:buNone/>
            </a:pPr>
            <a:endParaRPr lang="en-US" altLang="en-US" sz="1800">
              <a:solidFill>
                <a:schemeClr val="tx1"/>
              </a:solidFill>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1"/>
          <p:cNvSpPr txBox="1">
            <a:spLocks noGrp="1"/>
          </p:cNvSpPr>
          <p:nvPr>
            <p:ph type="title"/>
          </p:nvPr>
        </p:nvSpPr>
        <p:spPr/>
        <p:txBody>
          <a:bodyPr/>
          <a:lstStyle/>
          <a:p>
            <a:pPr eaLnBrk="1" hangingPunct="1"/>
            <a:r>
              <a:rPr altLang="en-US">
                <a:latin typeface="Garamond" panose="02020404030301010803" pitchFamily="18" charset="0"/>
              </a:rPr>
              <a:t>Anti-Footbinding Movement</a:t>
            </a:r>
          </a:p>
        </p:txBody>
      </p:sp>
      <p:sp>
        <p:nvSpPr>
          <p:cNvPr id="13" name="Content Placeholder 12"/>
          <p:cNvSpPr>
            <a:spLocks noGrp="1"/>
          </p:cNvSpPr>
          <p:nvPr>
            <p:ph sz="half" idx="1"/>
          </p:nvPr>
        </p:nvSpPr>
        <p:spPr>
          <a:xfrm>
            <a:off x="228600" y="1773238"/>
            <a:ext cx="8534400" cy="4779962"/>
          </a:xfrm>
        </p:spPr>
        <p:txBody>
          <a:bodyPr>
            <a:normAutofit/>
          </a:bodyPr>
          <a:lstStyle/>
          <a:p>
            <a:pPr eaLnBrk="1" fontAlgn="auto" hangingPunct="1">
              <a:spcAft>
                <a:spcPts val="0"/>
              </a:spcAft>
              <a:defRPr/>
            </a:pPr>
            <a:r>
              <a:rPr dirty="0"/>
              <a:t>19</a:t>
            </a:r>
            <a:r>
              <a:rPr baseline="30000" dirty="0"/>
              <a:t>th</a:t>
            </a:r>
            <a:r>
              <a:rPr dirty="0"/>
              <a:t> century reformist </a:t>
            </a:r>
          </a:p>
          <a:p>
            <a:pPr eaLnBrk="1" fontAlgn="auto" hangingPunct="1">
              <a:spcAft>
                <a:spcPts val="0"/>
              </a:spcAft>
              <a:buFontTx/>
              <a:buNone/>
              <a:defRPr/>
            </a:pPr>
            <a:r>
              <a:rPr dirty="0"/>
              <a:t>	scholars criticize foot-</a:t>
            </a:r>
          </a:p>
          <a:p>
            <a:pPr eaLnBrk="1" fontAlgn="auto" hangingPunct="1">
              <a:spcAft>
                <a:spcPts val="0"/>
              </a:spcAft>
              <a:buFontTx/>
              <a:buNone/>
              <a:defRPr/>
            </a:pPr>
            <a:r>
              <a:rPr dirty="0"/>
              <a:t>     binding</a:t>
            </a:r>
          </a:p>
          <a:p>
            <a:pPr lvl="1" eaLnBrk="1" fontAlgn="auto" hangingPunct="1">
              <a:spcAft>
                <a:spcPts val="0"/>
              </a:spcAft>
              <a:defRPr/>
            </a:pPr>
            <a:r>
              <a:rPr dirty="0"/>
              <a:t>Patriarchal oppression and</a:t>
            </a:r>
          </a:p>
          <a:p>
            <a:pPr lvl="1" eaLnBrk="1" fontAlgn="auto" hangingPunct="1">
              <a:spcAft>
                <a:spcPts val="0"/>
              </a:spcAft>
              <a:buFontTx/>
              <a:buNone/>
              <a:defRPr/>
            </a:pPr>
            <a:r>
              <a:rPr dirty="0"/>
              <a:t>     Subjugation of women</a:t>
            </a:r>
          </a:p>
          <a:p>
            <a:pPr lvl="1" eaLnBrk="1" fontAlgn="auto" hangingPunct="1">
              <a:spcAft>
                <a:spcPts val="0"/>
              </a:spcAft>
              <a:defRPr/>
            </a:pPr>
            <a:r>
              <a:rPr dirty="0"/>
              <a:t>Host demonstration exposing</a:t>
            </a:r>
          </a:p>
          <a:p>
            <a:pPr lvl="1" eaLnBrk="1" fontAlgn="auto" hangingPunct="1">
              <a:spcAft>
                <a:spcPts val="0"/>
              </a:spcAft>
              <a:buFontTx/>
              <a:buNone/>
              <a:defRPr/>
            </a:pPr>
            <a:r>
              <a:rPr dirty="0"/>
              <a:t>	unbound feet; draws 1000s</a:t>
            </a:r>
          </a:p>
          <a:p>
            <a:pPr eaLnBrk="1" fontAlgn="auto" hangingPunct="1">
              <a:spcAft>
                <a:spcPts val="0"/>
              </a:spcAft>
              <a:buFont typeface="Wingdings" pitchFamily="2" charset="2"/>
              <a:buChar char="§"/>
              <a:defRPr/>
            </a:pPr>
            <a:r>
              <a:rPr dirty="0"/>
              <a:t>Joined by Christian Missionaries</a:t>
            </a:r>
          </a:p>
          <a:p>
            <a:pPr eaLnBrk="1" fontAlgn="auto" hangingPunct="1">
              <a:spcAft>
                <a:spcPts val="0"/>
              </a:spcAft>
              <a:buFont typeface="Wingdings" pitchFamily="2" charset="2"/>
              <a:buChar char="§"/>
              <a:defRPr/>
            </a:pPr>
            <a:r>
              <a:rPr dirty="0"/>
              <a:t>Republican China bans </a:t>
            </a:r>
            <a:r>
              <a:rPr dirty="0" err="1"/>
              <a:t>footbinding</a:t>
            </a:r>
            <a:r>
              <a:rPr dirty="0"/>
              <a:t>, imposing stiff fines </a:t>
            </a:r>
          </a:p>
          <a:p>
            <a:pPr lvl="1" eaLnBrk="1" fontAlgn="auto" hangingPunct="1">
              <a:spcAft>
                <a:spcPts val="0"/>
              </a:spcAft>
              <a:buFont typeface="Wingdings" pitchFamily="2" charset="2"/>
              <a:buChar char="§"/>
              <a:defRPr/>
            </a:pPr>
            <a:r>
              <a:rPr dirty="0"/>
              <a:t>Women continue to bind feet in secret</a:t>
            </a:r>
          </a:p>
          <a:p>
            <a:pPr eaLnBrk="1" fontAlgn="auto" hangingPunct="1">
              <a:spcAft>
                <a:spcPts val="0"/>
              </a:spcAft>
              <a:buFont typeface="Wingdings" pitchFamily="2" charset="2"/>
              <a:buChar char="§"/>
              <a:defRPr/>
            </a:pPr>
            <a:endParaRPr dirty="0"/>
          </a:p>
          <a:p>
            <a:pPr lvl="1" eaLnBrk="1" fontAlgn="auto" hangingPunct="1">
              <a:spcAft>
                <a:spcPts val="0"/>
              </a:spcAft>
              <a:defRPr/>
            </a:pPr>
            <a:endParaRPr dirty="0"/>
          </a:p>
        </p:txBody>
      </p:sp>
      <p:pic>
        <p:nvPicPr>
          <p:cNvPr id="43012" name="Content Placeholder 14" descr="two bare feet.jpg"/>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a:xfrm>
            <a:off x="4953000" y="1600200"/>
            <a:ext cx="4038600" cy="2505075"/>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txBox="1">
            <a:spLocks noGrp="1"/>
          </p:cNvSpPr>
          <p:nvPr>
            <p:ph type="title"/>
          </p:nvPr>
        </p:nvSpPr>
        <p:spPr/>
        <p:txBody>
          <a:bodyPr/>
          <a:lstStyle/>
          <a:p>
            <a:pPr eaLnBrk="1" hangingPunct="1"/>
            <a:r>
              <a:rPr altLang="en-US">
                <a:latin typeface="Garamond" panose="02020404030301010803" pitchFamily="18" charset="0"/>
              </a:rPr>
              <a:t>Judgements</a:t>
            </a:r>
          </a:p>
        </p:txBody>
      </p:sp>
      <p:sp>
        <p:nvSpPr>
          <p:cNvPr id="45059" name="Content Placeholder 2"/>
          <p:cNvSpPr txBox="1">
            <a:spLocks noGrp="1"/>
          </p:cNvSpPr>
          <p:nvPr>
            <p:ph idx="1"/>
          </p:nvPr>
        </p:nvSpPr>
        <p:spPr/>
        <p:txBody>
          <a:bodyPr/>
          <a:lstStyle/>
          <a:p>
            <a:pPr eaLnBrk="1" hangingPunct="1"/>
            <a:r>
              <a:rPr altLang="en-US">
                <a:latin typeface="Garamond" panose="02020404030301010803" pitchFamily="18" charset="0"/>
              </a:rPr>
              <a:t>Cultural Relativism?</a:t>
            </a:r>
          </a:p>
          <a:p>
            <a:pPr eaLnBrk="1" hangingPunct="1"/>
            <a:r>
              <a:rPr altLang="en-US">
                <a:latin typeface="Garamond" panose="02020404030301010803" pitchFamily="18" charset="0"/>
              </a:rPr>
              <a:t>History of Body Modifications</a:t>
            </a:r>
          </a:p>
          <a:p>
            <a:pPr lvl="1" eaLnBrk="1" hangingPunct="1"/>
            <a:r>
              <a:rPr altLang="en-US">
                <a:latin typeface="Garamond" panose="02020404030301010803" pitchFamily="18" charset="0"/>
              </a:rPr>
              <a:t>Lip plates, head bindings, male circumcision, and female genital mutilations, piercings and tattoos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Content Placeholder 7"/>
          <p:cNvPicPr>
            <a:picLocks noGrp="1" noChangeAspect="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0" y="33338"/>
            <a:ext cx="6870700" cy="6824662"/>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20200" cy="691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3338"/>
            <a:ext cx="5180013" cy="682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304800"/>
            <a:ext cx="9220200" cy="614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txBox="1">
            <a:spLocks noGrp="1"/>
          </p:cNvSpPr>
          <p:nvPr>
            <p:ph type="title"/>
          </p:nvPr>
        </p:nvSpPr>
        <p:spPr/>
        <p:txBody>
          <a:bodyPr/>
          <a:lstStyle/>
          <a:p>
            <a:pPr eaLnBrk="1" hangingPunct="1"/>
            <a:r>
              <a:rPr altLang="en-US">
                <a:latin typeface="Garamond" panose="02020404030301010803" pitchFamily="18" charset="0"/>
              </a:rPr>
              <a:t>Judgements</a:t>
            </a:r>
          </a:p>
        </p:txBody>
      </p:sp>
      <p:sp>
        <p:nvSpPr>
          <p:cNvPr id="52227" name="Content Placeholder 2"/>
          <p:cNvSpPr txBox="1">
            <a:spLocks noGrp="1"/>
          </p:cNvSpPr>
          <p:nvPr>
            <p:ph sz="half" idx="1"/>
          </p:nvPr>
        </p:nvSpPr>
        <p:spPr>
          <a:xfrm>
            <a:off x="304800" y="1497013"/>
            <a:ext cx="5791200" cy="4624387"/>
          </a:xfrm>
        </p:spPr>
        <p:txBody>
          <a:bodyPr/>
          <a:lstStyle/>
          <a:p>
            <a:pPr eaLnBrk="1" hangingPunct="1"/>
            <a:r>
              <a:rPr altLang="en-US">
                <a:latin typeface="Garamond" panose="02020404030301010803" pitchFamily="18" charset="0"/>
              </a:rPr>
              <a:t>Cultural Relativism?</a:t>
            </a:r>
          </a:p>
          <a:p>
            <a:pPr eaLnBrk="1" hangingPunct="1"/>
            <a:r>
              <a:rPr altLang="en-US">
                <a:latin typeface="Garamond" panose="02020404030301010803" pitchFamily="18" charset="0"/>
              </a:rPr>
              <a:t>History of Body Modifications</a:t>
            </a:r>
          </a:p>
          <a:p>
            <a:pPr lvl="1" eaLnBrk="1" hangingPunct="1"/>
            <a:r>
              <a:rPr altLang="en-US">
                <a:latin typeface="Garamond" panose="02020404030301010803" pitchFamily="18" charset="0"/>
              </a:rPr>
              <a:t>Lip plates, head bindings, genital mutilations</a:t>
            </a:r>
          </a:p>
          <a:p>
            <a:pPr eaLnBrk="1" hangingPunct="1"/>
            <a:r>
              <a:rPr altLang="en-US">
                <a:latin typeface="Garamond" panose="02020404030301010803" pitchFamily="18" charset="0"/>
              </a:rPr>
              <a:t>Western aesthetic body modifications</a:t>
            </a:r>
          </a:p>
          <a:p>
            <a:pPr lvl="1" eaLnBrk="1" hangingPunct="1"/>
            <a:r>
              <a:rPr altLang="en-US">
                <a:latin typeface="Garamond" panose="02020404030301010803" pitchFamily="18" charset="0"/>
              </a:rPr>
              <a:t>Corsets</a:t>
            </a:r>
          </a:p>
          <a:p>
            <a:pPr lvl="1" eaLnBrk="1" hangingPunct="1"/>
            <a:r>
              <a:rPr altLang="en-US">
                <a:latin typeface="Garamond" panose="02020404030301010803" pitchFamily="18" charset="0"/>
              </a:rPr>
              <a:t>Breast augmentations </a:t>
            </a:r>
          </a:p>
          <a:p>
            <a:pPr lvl="1" eaLnBrk="1" hangingPunct="1"/>
            <a:r>
              <a:rPr altLang="en-US">
                <a:latin typeface="Garamond" panose="02020404030301010803" pitchFamily="18" charset="0"/>
              </a:rPr>
              <a:t>High heels most parallel to footbindings</a:t>
            </a:r>
          </a:p>
        </p:txBody>
      </p:sp>
      <p:pic>
        <p:nvPicPr>
          <p:cNvPr id="52228" name="Content Placeholder 4" descr="Polaire_corset.jpg"/>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81800" y="304800"/>
            <a:ext cx="2139950" cy="3108325"/>
          </a:xfrm>
        </p:spPr>
      </p:pic>
      <p:pic>
        <p:nvPicPr>
          <p:cNvPr id="52229" name="Picture 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4600" y="3810000"/>
            <a:ext cx="26511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338" y="0"/>
            <a:ext cx="36258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886200" y="19050"/>
            <a:ext cx="5410200" cy="6432550"/>
          </a:xfrm>
          <a:prstGeom prst="rect">
            <a:avLst/>
          </a:prstGeom>
          <a:noFill/>
        </p:spPr>
        <p:txBody>
          <a:bodyPr>
            <a:spAutoFit/>
          </a:bodyPr>
          <a:lstStyle/>
          <a:p>
            <a:pPr eaLnBrk="1" hangingPunct="1">
              <a:defRPr/>
            </a:pPr>
            <a:r>
              <a:rPr lang="en-US" sz="4800" dirty="0">
                <a:latin typeface="Dark Half BTN" pitchFamily="34" charset="0"/>
              </a:rPr>
              <a:t>Effects of high heels on the body</a:t>
            </a:r>
          </a:p>
          <a:p>
            <a:pPr marL="457200" indent="-457200" eaLnBrk="1" hangingPunct="1">
              <a:buFont typeface="Arial" pitchFamily="34" charset="0"/>
              <a:buChar char="•"/>
              <a:defRPr/>
            </a:pPr>
            <a:r>
              <a:rPr lang="en-US" sz="2800" dirty="0">
                <a:latin typeface="Baskerville Old Face" pitchFamily="18" charset="0"/>
              </a:rPr>
              <a:t>Morton’s neuroma</a:t>
            </a:r>
          </a:p>
          <a:p>
            <a:pPr marL="457200" indent="-457200" eaLnBrk="1" hangingPunct="1">
              <a:buFont typeface="Arial" pitchFamily="34" charset="0"/>
              <a:buChar char="•"/>
              <a:defRPr/>
            </a:pPr>
            <a:r>
              <a:rPr lang="en-US" sz="2800" dirty="0">
                <a:latin typeface="Baskerville Old Face" pitchFamily="18" charset="0"/>
              </a:rPr>
              <a:t>Excessive force on inside of knee</a:t>
            </a:r>
          </a:p>
          <a:p>
            <a:pPr marL="457200" indent="-457200" eaLnBrk="1" hangingPunct="1">
              <a:buFont typeface="Arial" pitchFamily="34" charset="0"/>
              <a:buChar char="•"/>
              <a:defRPr/>
            </a:pPr>
            <a:r>
              <a:rPr lang="en-US" sz="2800" dirty="0">
                <a:latin typeface="Baskerville Old Face" pitchFamily="18" charset="0"/>
              </a:rPr>
              <a:t>Calf muscles shorten and tighten</a:t>
            </a:r>
          </a:p>
          <a:p>
            <a:pPr marL="457200" indent="-457200" eaLnBrk="1" hangingPunct="1">
              <a:buFont typeface="Arial" pitchFamily="34" charset="0"/>
              <a:buChar char="•"/>
              <a:defRPr/>
            </a:pPr>
            <a:r>
              <a:rPr lang="en-US" sz="2800" dirty="0">
                <a:latin typeface="Baskerville Old Face" pitchFamily="18" charset="0"/>
              </a:rPr>
              <a:t>Bunions = boney growth</a:t>
            </a:r>
          </a:p>
          <a:p>
            <a:pPr marL="457200" indent="-457200" eaLnBrk="1" hangingPunct="1">
              <a:buFont typeface="Arial" pitchFamily="34" charset="0"/>
              <a:buChar char="•"/>
              <a:defRPr/>
            </a:pPr>
            <a:r>
              <a:rPr lang="en-US" sz="2800" dirty="0">
                <a:latin typeface="Baskerville Old Face" pitchFamily="18" charset="0"/>
              </a:rPr>
              <a:t>Pump bump</a:t>
            </a:r>
          </a:p>
          <a:p>
            <a:pPr marL="457200" indent="-457200" eaLnBrk="1" hangingPunct="1">
              <a:buFont typeface="Arial" pitchFamily="34" charset="0"/>
              <a:buChar char="•"/>
              <a:defRPr/>
            </a:pPr>
            <a:r>
              <a:rPr lang="en-US" sz="2800" dirty="0">
                <a:latin typeface="Baskerville Old Face" pitchFamily="18" charset="0"/>
              </a:rPr>
              <a:t>Ankle injuries</a:t>
            </a:r>
          </a:p>
          <a:p>
            <a:pPr marL="457200" indent="-457200" eaLnBrk="1" hangingPunct="1">
              <a:buFont typeface="Arial" pitchFamily="34" charset="0"/>
              <a:buChar char="•"/>
              <a:defRPr/>
            </a:pPr>
            <a:r>
              <a:rPr lang="en-US" sz="2800" dirty="0" err="1">
                <a:latin typeface="Baskerville Old Face" pitchFamily="18" charset="0"/>
              </a:rPr>
              <a:t>Metatarsalgia</a:t>
            </a:r>
            <a:r>
              <a:rPr lang="en-US" sz="2800" dirty="0">
                <a:latin typeface="Baskerville Old Face" pitchFamily="18" charset="0"/>
              </a:rPr>
              <a:t> – pain in ball of foot</a:t>
            </a:r>
          </a:p>
          <a:p>
            <a:pPr marL="457200" indent="-457200" eaLnBrk="1" hangingPunct="1">
              <a:buFont typeface="Arial" pitchFamily="34" charset="0"/>
              <a:buChar char="•"/>
              <a:defRPr/>
            </a:pPr>
            <a:r>
              <a:rPr lang="en-US" sz="2800" dirty="0">
                <a:latin typeface="Baskerville Old Face" pitchFamily="18" charset="0"/>
              </a:rPr>
              <a:t>Hammertoe – 3</a:t>
            </a:r>
            <a:r>
              <a:rPr lang="en-US" sz="2800" baseline="30000" dirty="0">
                <a:latin typeface="Baskerville Old Face" pitchFamily="18" charset="0"/>
              </a:rPr>
              <a:t>rd</a:t>
            </a:r>
            <a:r>
              <a:rPr lang="en-US" sz="2800" dirty="0">
                <a:latin typeface="Baskerville Old Face" pitchFamily="18" charset="0"/>
              </a:rPr>
              <a:t> and 4</a:t>
            </a:r>
            <a:r>
              <a:rPr lang="en-US" sz="2800" baseline="30000" dirty="0">
                <a:latin typeface="Baskerville Old Face" pitchFamily="18" charset="0"/>
              </a:rPr>
              <a:t>th</a:t>
            </a:r>
            <a:r>
              <a:rPr lang="en-US" sz="2800" dirty="0">
                <a:latin typeface="Baskerville Old Face" pitchFamily="18" charset="0"/>
              </a:rPr>
              <a:t> toe unable to straighten</a:t>
            </a:r>
          </a:p>
          <a:p>
            <a:pPr eaLnBrk="1" hangingPunct="1">
              <a:defRPr/>
            </a:pPr>
            <a:endParaRPr lang="en-US" dirty="0">
              <a:latin typeface="Arial" charset="0"/>
            </a:endParaRPr>
          </a:p>
          <a:p>
            <a:pPr eaLnBrk="1" hangingPunct="1">
              <a:defRPr/>
            </a:pPr>
            <a:endParaRPr lang="en-US" dirty="0">
              <a:latin typeface="Arial" charset="0"/>
            </a:endParaRPr>
          </a:p>
        </p:txBody>
      </p:sp>
      <p:sp>
        <p:nvSpPr>
          <p:cNvPr id="7" name="Left Arrow 6"/>
          <p:cNvSpPr/>
          <p:nvPr/>
        </p:nvSpPr>
        <p:spPr>
          <a:xfrm>
            <a:off x="3733800" y="5638800"/>
            <a:ext cx="4191000" cy="11430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t>Accentuates posterior for male gaze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txBox="1">
            <a:spLocks noGrp="1"/>
          </p:cNvSpPr>
          <p:nvPr>
            <p:ph type="title"/>
          </p:nvPr>
        </p:nvSpPr>
        <p:spPr/>
        <p:txBody>
          <a:bodyPr/>
          <a:lstStyle/>
          <a:p>
            <a:pPr eaLnBrk="1" hangingPunct="1"/>
            <a:r>
              <a:rPr altLang="en-US">
                <a:latin typeface="Garamond" panose="02020404030301010803" pitchFamily="18" charset="0"/>
              </a:rPr>
              <a:t>Judgements</a:t>
            </a:r>
          </a:p>
        </p:txBody>
      </p:sp>
      <p:sp>
        <p:nvSpPr>
          <p:cNvPr id="56323" name="Content Placeholder 2"/>
          <p:cNvSpPr txBox="1">
            <a:spLocks noGrp="1"/>
          </p:cNvSpPr>
          <p:nvPr>
            <p:ph sz="half" idx="1"/>
          </p:nvPr>
        </p:nvSpPr>
        <p:spPr>
          <a:xfrm>
            <a:off x="304800" y="1497013"/>
            <a:ext cx="5791200" cy="4624387"/>
          </a:xfrm>
        </p:spPr>
        <p:txBody>
          <a:bodyPr/>
          <a:lstStyle/>
          <a:p>
            <a:pPr eaLnBrk="1" hangingPunct="1"/>
            <a:r>
              <a:rPr altLang="en-US">
                <a:latin typeface="Garamond" panose="02020404030301010803" pitchFamily="18" charset="0"/>
              </a:rPr>
              <a:t>Cultural Relativism?</a:t>
            </a:r>
          </a:p>
          <a:p>
            <a:pPr eaLnBrk="1" hangingPunct="1"/>
            <a:r>
              <a:rPr altLang="en-US">
                <a:latin typeface="Garamond" panose="02020404030301010803" pitchFamily="18" charset="0"/>
              </a:rPr>
              <a:t>History of Body Modifications</a:t>
            </a:r>
          </a:p>
          <a:p>
            <a:pPr lvl="1" eaLnBrk="1" hangingPunct="1"/>
            <a:r>
              <a:rPr altLang="en-US">
                <a:latin typeface="Garamond" panose="02020404030301010803" pitchFamily="18" charset="0"/>
              </a:rPr>
              <a:t>Lip plates, head bindings, genital mutilations</a:t>
            </a:r>
          </a:p>
          <a:p>
            <a:pPr eaLnBrk="1" hangingPunct="1"/>
            <a:r>
              <a:rPr altLang="en-US">
                <a:latin typeface="Garamond" panose="02020404030301010803" pitchFamily="18" charset="0"/>
              </a:rPr>
              <a:t>Western aesthetic body modifications</a:t>
            </a:r>
          </a:p>
          <a:p>
            <a:pPr lvl="1" eaLnBrk="1" hangingPunct="1"/>
            <a:r>
              <a:rPr altLang="en-US">
                <a:latin typeface="Garamond" panose="02020404030301010803" pitchFamily="18" charset="0"/>
              </a:rPr>
              <a:t>Corsets</a:t>
            </a:r>
          </a:p>
          <a:p>
            <a:pPr lvl="1" eaLnBrk="1" hangingPunct="1"/>
            <a:r>
              <a:rPr altLang="en-US">
                <a:latin typeface="Garamond" panose="02020404030301010803" pitchFamily="18" charset="0"/>
              </a:rPr>
              <a:t>Breast augmentations </a:t>
            </a:r>
          </a:p>
          <a:p>
            <a:pPr lvl="1" eaLnBrk="1" hangingPunct="1"/>
            <a:r>
              <a:rPr altLang="en-US">
                <a:latin typeface="Garamond" panose="02020404030301010803" pitchFamily="18" charset="0"/>
              </a:rPr>
              <a:t>High heels most parallel to footbindings</a:t>
            </a:r>
          </a:p>
          <a:p>
            <a:pPr eaLnBrk="1" hangingPunct="1"/>
            <a:r>
              <a:rPr altLang="en-US">
                <a:latin typeface="Garamond" panose="02020404030301010803" pitchFamily="18" charset="0"/>
              </a:rPr>
              <a:t>Only different by degree</a:t>
            </a:r>
          </a:p>
        </p:txBody>
      </p:sp>
      <p:pic>
        <p:nvPicPr>
          <p:cNvPr id="56324" name="Content Placeholder 4" descr="Polaire_corset.jpg"/>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81800" y="304800"/>
            <a:ext cx="2139950" cy="3108325"/>
          </a:xfrm>
        </p:spPr>
      </p:pic>
      <p:pic>
        <p:nvPicPr>
          <p:cNvPr id="56325" name="Picture 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4600" y="3810000"/>
            <a:ext cx="26511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2889</TotalTime>
  <Words>1682</Words>
  <Application>Microsoft Office PowerPoint</Application>
  <PresentationFormat>On-screen Show (4:3)</PresentationFormat>
  <Paragraphs>245</Paragraphs>
  <Slides>43</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Arial</vt:lpstr>
      <vt:lpstr>Baskerville Old Face</vt:lpstr>
      <vt:lpstr>Calibri</vt:lpstr>
      <vt:lpstr>Century Gothic</vt:lpstr>
      <vt:lpstr>Dark Half BTN</vt:lpstr>
      <vt:lpstr>Garamond</vt:lpstr>
      <vt:lpstr>Wingdings</vt:lpstr>
      <vt:lpstr>Wingdings 2</vt:lpstr>
      <vt:lpstr>Wingdings 3</vt:lpstr>
      <vt:lpstr>Ion</vt:lpstr>
      <vt:lpstr>China Among Equals: Song, Liao, Xia, and Jin</vt:lpstr>
      <vt:lpstr>The Founding of the Song Dynasty</vt:lpstr>
      <vt:lpstr>PowerPoint Presentation</vt:lpstr>
      <vt:lpstr>Toleration of non-Chinese presence</vt:lpstr>
      <vt:lpstr>Song’s Rivals: Liao</vt:lpstr>
      <vt:lpstr>Song’s Rivals: Xia</vt:lpstr>
      <vt:lpstr>A New Era</vt:lpstr>
      <vt:lpstr>The Medieval Chinese Economic Revolution: Agriculture</vt:lpstr>
      <vt:lpstr>The Medieval Chinese Economic Revolution: Industry</vt:lpstr>
      <vt:lpstr>International Trade</vt:lpstr>
      <vt:lpstr>Song Scholar-Official Class</vt:lpstr>
      <vt:lpstr>Reformers and Anti-Reformers</vt:lpstr>
      <vt:lpstr>Wang Anshi</vt:lpstr>
      <vt:lpstr>Opposition to Reform</vt:lpstr>
      <vt:lpstr>The Fall of the Northern Song and the Jin Dynasty</vt:lpstr>
      <vt:lpstr>Hangzhou and Southern Song</vt:lpstr>
      <vt:lpstr>Revival of Confucianism and the Learning of the Way</vt:lpstr>
      <vt:lpstr>Factors Behind Revived Interest in Confucianism</vt:lpstr>
      <vt:lpstr>Fundamentalism</vt:lpstr>
      <vt:lpstr>Influence of Buddhism</vt:lpstr>
      <vt:lpstr>Neo-Confucians and their Thought</vt:lpstr>
      <vt:lpstr>Neo-Confucians and their Thought</vt:lpstr>
      <vt:lpstr>PowerPoint Presentation</vt:lpstr>
      <vt:lpstr>Neo-Confucians and their Thought</vt:lpstr>
      <vt:lpstr>Neo-Confucians and their Thought</vt:lpstr>
      <vt:lpstr>Footbinding</vt:lpstr>
      <vt:lpstr>Footbinding</vt:lpstr>
      <vt:lpstr>In Her Own Words</vt:lpstr>
      <vt:lpstr>Origins </vt:lpstr>
      <vt:lpstr>History</vt:lpstr>
      <vt:lpstr>Footbinding and the Qing Dynasty</vt:lpstr>
      <vt:lpstr>Manchu Women</vt:lpstr>
      <vt:lpstr>A National Fetish</vt:lpstr>
      <vt:lpstr>Anti-Footbinding Movement</vt:lpstr>
      <vt:lpstr>Judgements</vt:lpstr>
      <vt:lpstr>PowerPoint Presentation</vt:lpstr>
      <vt:lpstr>PowerPoint Presentation</vt:lpstr>
      <vt:lpstr>PowerPoint Presentation</vt:lpstr>
      <vt:lpstr>PowerPoint Presentation</vt:lpstr>
      <vt:lpstr>PowerPoint Presentation</vt:lpstr>
      <vt:lpstr>Judgements</vt:lpstr>
      <vt:lpstr>PowerPoint Presentation</vt:lpstr>
      <vt:lpstr>Judgements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Among Equals</dc:title>
  <dc:creator>Steven L. Austin</dc:creator>
  <cp:lastModifiedBy>Steve Austin</cp:lastModifiedBy>
  <cp:revision>49</cp:revision>
  <dcterms:created xsi:type="dcterms:W3CDTF">2007-10-24T21:57:05Z</dcterms:created>
  <dcterms:modified xsi:type="dcterms:W3CDTF">2021-06-01T01:17:13Z</dcterms:modified>
</cp:coreProperties>
</file>